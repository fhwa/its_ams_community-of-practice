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35" r:id="rId5"/>
    <p:sldMasterId id="2147483765" r:id="rId6"/>
  </p:sldMasterIdLst>
  <p:notesMasterIdLst>
    <p:notesMasterId r:id="rId21"/>
  </p:notesMasterIdLst>
  <p:sldIdLst>
    <p:sldId id="2147473435" r:id="rId7"/>
    <p:sldId id="2147473436" r:id="rId8"/>
    <p:sldId id="2147473437" r:id="rId9"/>
    <p:sldId id="2147473438" r:id="rId10"/>
    <p:sldId id="2147473439" r:id="rId11"/>
    <p:sldId id="2147473440" r:id="rId12"/>
    <p:sldId id="2147473441" r:id="rId13"/>
    <p:sldId id="2147473449" r:id="rId14"/>
    <p:sldId id="2147473443" r:id="rId15"/>
    <p:sldId id="2147473444" r:id="rId16"/>
    <p:sldId id="2147473445" r:id="rId17"/>
    <p:sldId id="2147473450" r:id="rId18"/>
    <p:sldId id="2147473447" r:id="rId19"/>
    <p:sldId id="2147473448" r:id="rId20"/>
  </p:sldIdLst>
  <p:sldSz cx="12192000" cy="6858000"/>
  <p:notesSz cx="7010400" cy="9296400"/>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arl" id="{6BEDA3B7-D22C-4B69-B8F8-8030AFA43FC3}">
          <p14:sldIdLst>
            <p14:sldId id="2147473435"/>
            <p14:sldId id="2147473436"/>
            <p14:sldId id="2147473437"/>
            <p14:sldId id="2147473438"/>
            <p14:sldId id="2147473439"/>
            <p14:sldId id="2147473440"/>
            <p14:sldId id="2147473441"/>
            <p14:sldId id="2147473449"/>
            <p14:sldId id="2147473443"/>
            <p14:sldId id="2147473444"/>
            <p14:sldId id="2147473445"/>
            <p14:sldId id="2147473450"/>
            <p14:sldId id="2147473447"/>
            <p14:sldId id="2147473448"/>
          </p14:sldIdLst>
        </p14:section>
      </p14:sectionLst>
    </p:ext>
    <p:ext uri="{EFAFB233-063F-42B5-8137-9DF3F51BA10A}">
      <p15:sldGuideLst xmlns:p15="http://schemas.microsoft.com/office/powerpoint/2012/main">
        <p15:guide id="1" orient="horz" pos="3672"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1D6280B-5363-DC29-7D5E-A996CC756DAA}" name="Dolan, Alissa (FHWA)" initials="DA" userId="S::alissa.dolan@ad.dot.gov::6c2918da-a04d-41f0-8955-c9e789f6f6a4" providerId="AD"/>
  <p188:author id="{82473D28-1CAA-2414-F53F-85EFABA6CB61}" name="Brown, Darlene (FHWA)" initials="DB" userId="S::darlene.brown@ad.dot.gov::c7aaf763-ed74-4c0b-8590-8878f9a8f212" providerId="AD"/>
  <p188:author id="{E1CAE752-472A-D77F-CD5B-F3160C156E51}" name="Simmons-Jacobi, Allison CTR (FHWA)" initials="AS" userId="S::a.simmonsjacobi.ctr@ad.dot.gov::2c764700-d356-4eea-bf24-9feb2a1bbd3e" providerId="AD"/>
  <p188:author id="{02B9EA72-E04F-9567-0C68-3E18125070C4}" name="Hourdos, John (FHWA)" initials="HJ(" userId="S::john.hourdos@ad.dot.gov::83a5730d-2f48-43b6-89ad-2baa050cb82f" providerId="AD"/>
  <p188:author id="{3CB71C7E-542C-8E1A-AF2F-8B9E4BC293B0}" name="Massuda, Sarah CTR (FHWA)" initials="SM" userId="S::sarah.massuda.ctr@ad.dot.gov::49acec55-2e07-4ce1-a6d0-3e10311a5137" providerId="AD"/>
  <p188:author id="{74C52F98-79F3-227F-A168-069F0E0CC9C1}" name="Fitzgerald, Kathleen CTR (FHWA)" initials="KF" userId="S::k.fitzgerald.ctr@ad.dot.gov::ac96c529-bfee-4418-a145-728575e97a8e" providerId="AD"/>
  <p188:author id="{999FFD9A-2FF4-88A5-78DB-3F666B5334E1}" name="Park, Hyungjun (FHWA)" initials="HP" userId="S::hyungjun.park@ad.dot.gov::0c83db15-2a9a-4947-9c11-e14a5c2cb802" providerId="AD"/>
  <p188:author id="{17657FCF-6BA4-D9C6-A61C-08DBDE4911A8}" name="Grahn, Rick" initials="RG" userId="S::Rick.Grahn@noblis.org::edcb4255-2096-4ce8-b679-80fe34710d48" providerId="AD"/>
  <p188:author id="{EF670AD1-5658-4E7C-3A48-FA88EFFEAC48}" name="Migliore, Marisa (FHWA)" initials="MM(" userId="S::marisa.migliore@ad.dot.gov::47a60e61-cd0d-4a7e-88a2-a8748a382a54" providerId="AD"/>
  <p188:author id="{7F024ADB-D722-5FA3-4C92-E2D7524A1E07}" name="Wang, Peiwei" initials="PW" userId="S::Peiwei.Wang@noblis.org::669fd2d1-29e8-4c60-b669-49d22cbb1ed2" providerId="AD"/>
  <p188:author id="{89C064E5-B29B-57A1-8ACE-00D1B16E21A0}" name="Thompson, Kathy" initials="TK" userId="S::kathy.thompson@noblis.org::dd64670e-b4dc-4ab1-b61b-a2c18b3bd707" providerId="AD"/>
  <p188:author id="{9AC1E2E8-FE54-9804-D87F-527DF9D1AD8F}" name="An, Ellie (FHWA)" initials="AE(" userId="S::ellie.an@ad.dot.gov::9bc64a76-9142-4434-8a38-2d9013caa34f" providerId="AD"/>
  <p188:author id="{4CA7EDE9-F339-8B2D-B712-BBF1EBF300A7}" name="Thompson, Kathy" initials="KT" userId="S::Kathy.Thompson@noblis.org::dd64670e-b4dc-4ab1-b61b-a2c18b3bd70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ax, Adam CTR (FHWA)" initials="LAC(" lastIdx="14" clrIdx="0">
    <p:extLst>
      <p:ext uri="{19B8F6BF-5375-455C-9EA6-DF929625EA0E}">
        <p15:presenceInfo xmlns:p15="http://schemas.microsoft.com/office/powerpoint/2012/main" userId="S::adam.lax.ctr@ad.dot.gov::53c1b583-6c26-482c-868c-657c4f2d25b0" providerId="AD"/>
      </p:ext>
    </p:extLst>
  </p:cmAuthor>
  <p:cmAuthor id="2" name="Romstedt, Maria (FHWA)" initials="RM(" lastIdx="5" clrIdx="1">
    <p:extLst>
      <p:ext uri="{19B8F6BF-5375-455C-9EA6-DF929625EA0E}">
        <p15:presenceInfo xmlns:p15="http://schemas.microsoft.com/office/powerpoint/2012/main" userId="S::maria.romstedt@ad.dot.gov::3f3bd72d-dc47-4c10-adc5-625ac614b6b9" providerId="AD"/>
      </p:ext>
    </p:extLst>
  </p:cmAuthor>
  <p:cmAuthor id="3" name="Schatz Editor Four" initials="SE4" lastIdx="25" clrIdx="2">
    <p:extLst>
      <p:ext uri="{19B8F6BF-5375-455C-9EA6-DF929625EA0E}">
        <p15:presenceInfo xmlns:p15="http://schemas.microsoft.com/office/powerpoint/2012/main" userId="Schatz Editor Fou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46A"/>
    <a:srgbClr val="F6F6F7"/>
    <a:srgbClr val="0070C0"/>
    <a:srgbClr val="C9E3F6"/>
    <a:srgbClr val="FFF2CC"/>
    <a:srgbClr val="798115"/>
    <a:srgbClr val="048488"/>
    <a:srgbClr val="61777B"/>
    <a:srgbClr val="797272"/>
    <a:srgbClr val="3077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989" autoAdjust="0"/>
  </p:normalViewPr>
  <p:slideViewPr>
    <p:cSldViewPr snapToGrid="0">
      <p:cViewPr varScale="1">
        <p:scale>
          <a:sx n="88" d="100"/>
          <a:sy n="88" d="100"/>
        </p:scale>
        <p:origin x="388" y="68"/>
      </p:cViewPr>
      <p:guideLst>
        <p:guide orient="horz" pos="3672"/>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gs" Target="tags/tag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hn, Rick" userId="edcb4255-2096-4ce8-b679-80fe34710d48" providerId="ADAL" clId="{1A1389AB-F329-4AF1-8ADD-B7AD2E319D4E}"/>
    <pc:docChg chg="delSld delSection modSection">
      <pc:chgData name="Grahn, Rick" userId="edcb4255-2096-4ce8-b679-80fe34710d48" providerId="ADAL" clId="{1A1389AB-F329-4AF1-8ADD-B7AD2E319D4E}" dt="2025-12-19T16:59:54.913" v="9" actId="47"/>
      <pc:docMkLst>
        <pc:docMk/>
      </pc:docMkLst>
      <pc:sldChg chg="del">
        <pc:chgData name="Grahn, Rick" userId="edcb4255-2096-4ce8-b679-80fe34710d48" providerId="ADAL" clId="{1A1389AB-F329-4AF1-8ADD-B7AD2E319D4E}" dt="2025-12-19T16:59:21.320" v="0" actId="47"/>
        <pc:sldMkLst>
          <pc:docMk/>
          <pc:sldMk cId="440829799" sldId="267"/>
        </pc:sldMkLst>
      </pc:sldChg>
      <pc:sldChg chg="del">
        <pc:chgData name="Grahn, Rick" userId="edcb4255-2096-4ce8-b679-80fe34710d48" providerId="ADAL" clId="{1A1389AB-F329-4AF1-8ADD-B7AD2E319D4E}" dt="2025-12-19T16:59:21.320" v="0" actId="47"/>
        <pc:sldMkLst>
          <pc:docMk/>
          <pc:sldMk cId="3128883430" sldId="293"/>
        </pc:sldMkLst>
      </pc:sldChg>
      <pc:sldChg chg="del">
        <pc:chgData name="Grahn, Rick" userId="edcb4255-2096-4ce8-b679-80fe34710d48" providerId="ADAL" clId="{1A1389AB-F329-4AF1-8ADD-B7AD2E319D4E}" dt="2025-12-19T16:59:21.320" v="0" actId="47"/>
        <pc:sldMkLst>
          <pc:docMk/>
          <pc:sldMk cId="1533387578" sldId="299"/>
        </pc:sldMkLst>
      </pc:sldChg>
      <pc:sldChg chg="del">
        <pc:chgData name="Grahn, Rick" userId="edcb4255-2096-4ce8-b679-80fe34710d48" providerId="ADAL" clId="{1A1389AB-F329-4AF1-8ADD-B7AD2E319D4E}" dt="2025-12-19T16:59:21.320" v="0" actId="47"/>
        <pc:sldMkLst>
          <pc:docMk/>
          <pc:sldMk cId="1904922817" sldId="342"/>
        </pc:sldMkLst>
      </pc:sldChg>
      <pc:sldChg chg="del">
        <pc:chgData name="Grahn, Rick" userId="edcb4255-2096-4ce8-b679-80fe34710d48" providerId="ADAL" clId="{1A1389AB-F329-4AF1-8ADD-B7AD2E319D4E}" dt="2025-12-19T16:59:31.434" v="1" actId="47"/>
        <pc:sldMkLst>
          <pc:docMk/>
          <pc:sldMk cId="1732901237" sldId="344"/>
        </pc:sldMkLst>
      </pc:sldChg>
      <pc:sldChg chg="del">
        <pc:chgData name="Grahn, Rick" userId="edcb4255-2096-4ce8-b679-80fe34710d48" providerId="ADAL" clId="{1A1389AB-F329-4AF1-8ADD-B7AD2E319D4E}" dt="2025-12-19T16:59:31.434" v="1" actId="47"/>
        <pc:sldMkLst>
          <pc:docMk/>
          <pc:sldMk cId="4277246527" sldId="346"/>
        </pc:sldMkLst>
      </pc:sldChg>
      <pc:sldChg chg="del">
        <pc:chgData name="Grahn, Rick" userId="edcb4255-2096-4ce8-b679-80fe34710d48" providerId="ADAL" clId="{1A1389AB-F329-4AF1-8ADD-B7AD2E319D4E}" dt="2025-12-19T16:59:21.320" v="0" actId="47"/>
        <pc:sldMkLst>
          <pc:docMk/>
          <pc:sldMk cId="2093590157" sldId="367"/>
        </pc:sldMkLst>
      </pc:sldChg>
      <pc:sldChg chg="del">
        <pc:chgData name="Grahn, Rick" userId="edcb4255-2096-4ce8-b679-80fe34710d48" providerId="ADAL" clId="{1A1389AB-F329-4AF1-8ADD-B7AD2E319D4E}" dt="2025-12-19T16:59:21.320" v="0" actId="47"/>
        <pc:sldMkLst>
          <pc:docMk/>
          <pc:sldMk cId="2220448634" sldId="368"/>
        </pc:sldMkLst>
      </pc:sldChg>
      <pc:sldChg chg="del">
        <pc:chgData name="Grahn, Rick" userId="edcb4255-2096-4ce8-b679-80fe34710d48" providerId="ADAL" clId="{1A1389AB-F329-4AF1-8ADD-B7AD2E319D4E}" dt="2025-12-19T16:59:21.320" v="0" actId="47"/>
        <pc:sldMkLst>
          <pc:docMk/>
          <pc:sldMk cId="2710695519" sldId="432"/>
        </pc:sldMkLst>
      </pc:sldChg>
      <pc:sldChg chg="del">
        <pc:chgData name="Grahn, Rick" userId="edcb4255-2096-4ce8-b679-80fe34710d48" providerId="ADAL" clId="{1A1389AB-F329-4AF1-8ADD-B7AD2E319D4E}" dt="2025-12-19T16:59:21.320" v="0" actId="47"/>
        <pc:sldMkLst>
          <pc:docMk/>
          <pc:sldMk cId="1295762710" sldId="441"/>
        </pc:sldMkLst>
      </pc:sldChg>
      <pc:sldChg chg="del">
        <pc:chgData name="Grahn, Rick" userId="edcb4255-2096-4ce8-b679-80fe34710d48" providerId="ADAL" clId="{1A1389AB-F329-4AF1-8ADD-B7AD2E319D4E}" dt="2025-12-19T16:59:21.320" v="0" actId="47"/>
        <pc:sldMkLst>
          <pc:docMk/>
          <pc:sldMk cId="1105395436" sldId="468"/>
        </pc:sldMkLst>
      </pc:sldChg>
      <pc:sldChg chg="del">
        <pc:chgData name="Grahn, Rick" userId="edcb4255-2096-4ce8-b679-80fe34710d48" providerId="ADAL" clId="{1A1389AB-F329-4AF1-8ADD-B7AD2E319D4E}" dt="2025-12-19T16:59:31.434" v="1" actId="47"/>
        <pc:sldMkLst>
          <pc:docMk/>
          <pc:sldMk cId="1039046030" sldId="1091"/>
        </pc:sldMkLst>
      </pc:sldChg>
      <pc:sldChg chg="del">
        <pc:chgData name="Grahn, Rick" userId="edcb4255-2096-4ce8-b679-80fe34710d48" providerId="ADAL" clId="{1A1389AB-F329-4AF1-8ADD-B7AD2E319D4E}" dt="2025-12-19T16:59:21.320" v="0" actId="47"/>
        <pc:sldMkLst>
          <pc:docMk/>
          <pc:sldMk cId="205622712" sldId="1093"/>
        </pc:sldMkLst>
      </pc:sldChg>
      <pc:sldChg chg="del">
        <pc:chgData name="Grahn, Rick" userId="edcb4255-2096-4ce8-b679-80fe34710d48" providerId="ADAL" clId="{1A1389AB-F329-4AF1-8ADD-B7AD2E319D4E}" dt="2025-12-19T16:59:21.320" v="0" actId="47"/>
        <pc:sldMkLst>
          <pc:docMk/>
          <pc:sldMk cId="1449595238" sldId="1095"/>
        </pc:sldMkLst>
      </pc:sldChg>
      <pc:sldChg chg="del">
        <pc:chgData name="Grahn, Rick" userId="edcb4255-2096-4ce8-b679-80fe34710d48" providerId="ADAL" clId="{1A1389AB-F329-4AF1-8ADD-B7AD2E319D4E}" dt="2025-12-19T16:59:31.434" v="1" actId="47"/>
        <pc:sldMkLst>
          <pc:docMk/>
          <pc:sldMk cId="2494921053" sldId="1096"/>
        </pc:sldMkLst>
      </pc:sldChg>
      <pc:sldChg chg="del">
        <pc:chgData name="Grahn, Rick" userId="edcb4255-2096-4ce8-b679-80fe34710d48" providerId="ADAL" clId="{1A1389AB-F329-4AF1-8ADD-B7AD2E319D4E}" dt="2025-12-19T16:59:21.320" v="0" actId="47"/>
        <pc:sldMkLst>
          <pc:docMk/>
          <pc:sldMk cId="3198928073" sldId="1097"/>
        </pc:sldMkLst>
      </pc:sldChg>
      <pc:sldChg chg="del">
        <pc:chgData name="Grahn, Rick" userId="edcb4255-2096-4ce8-b679-80fe34710d48" providerId="ADAL" clId="{1A1389AB-F329-4AF1-8ADD-B7AD2E319D4E}" dt="2025-12-19T16:59:21.320" v="0" actId="47"/>
        <pc:sldMkLst>
          <pc:docMk/>
          <pc:sldMk cId="3388268888" sldId="1098"/>
        </pc:sldMkLst>
      </pc:sldChg>
      <pc:sldChg chg="del">
        <pc:chgData name="Grahn, Rick" userId="edcb4255-2096-4ce8-b679-80fe34710d48" providerId="ADAL" clId="{1A1389AB-F329-4AF1-8ADD-B7AD2E319D4E}" dt="2025-12-19T16:59:31.434" v="1" actId="47"/>
        <pc:sldMkLst>
          <pc:docMk/>
          <pc:sldMk cId="4211685065" sldId="1102"/>
        </pc:sldMkLst>
      </pc:sldChg>
      <pc:sldChg chg="del">
        <pc:chgData name="Grahn, Rick" userId="edcb4255-2096-4ce8-b679-80fe34710d48" providerId="ADAL" clId="{1A1389AB-F329-4AF1-8ADD-B7AD2E319D4E}" dt="2025-12-19T16:59:31.434" v="1" actId="47"/>
        <pc:sldMkLst>
          <pc:docMk/>
          <pc:sldMk cId="8432952" sldId="1107"/>
        </pc:sldMkLst>
      </pc:sldChg>
      <pc:sldChg chg="del">
        <pc:chgData name="Grahn, Rick" userId="edcb4255-2096-4ce8-b679-80fe34710d48" providerId="ADAL" clId="{1A1389AB-F329-4AF1-8ADD-B7AD2E319D4E}" dt="2025-12-19T16:59:21.320" v="0" actId="47"/>
        <pc:sldMkLst>
          <pc:docMk/>
          <pc:sldMk cId="4077151869" sldId="1113"/>
        </pc:sldMkLst>
      </pc:sldChg>
      <pc:sldChg chg="del">
        <pc:chgData name="Grahn, Rick" userId="edcb4255-2096-4ce8-b679-80fe34710d48" providerId="ADAL" clId="{1A1389AB-F329-4AF1-8ADD-B7AD2E319D4E}" dt="2025-12-19T16:59:21.320" v="0" actId="47"/>
        <pc:sldMkLst>
          <pc:docMk/>
          <pc:sldMk cId="14237764" sldId="1120"/>
        </pc:sldMkLst>
      </pc:sldChg>
      <pc:sldChg chg="del">
        <pc:chgData name="Grahn, Rick" userId="edcb4255-2096-4ce8-b679-80fe34710d48" providerId="ADAL" clId="{1A1389AB-F329-4AF1-8ADD-B7AD2E319D4E}" dt="2025-12-19T16:59:21.320" v="0" actId="47"/>
        <pc:sldMkLst>
          <pc:docMk/>
          <pc:sldMk cId="43665585" sldId="1121"/>
        </pc:sldMkLst>
      </pc:sldChg>
      <pc:sldChg chg="del">
        <pc:chgData name="Grahn, Rick" userId="edcb4255-2096-4ce8-b679-80fe34710d48" providerId="ADAL" clId="{1A1389AB-F329-4AF1-8ADD-B7AD2E319D4E}" dt="2025-12-19T16:59:21.320" v="0" actId="47"/>
        <pc:sldMkLst>
          <pc:docMk/>
          <pc:sldMk cId="870329449" sldId="1131"/>
        </pc:sldMkLst>
      </pc:sldChg>
      <pc:sldChg chg="del">
        <pc:chgData name="Grahn, Rick" userId="edcb4255-2096-4ce8-b679-80fe34710d48" providerId="ADAL" clId="{1A1389AB-F329-4AF1-8ADD-B7AD2E319D4E}" dt="2025-12-19T16:59:21.320" v="0" actId="47"/>
        <pc:sldMkLst>
          <pc:docMk/>
          <pc:sldMk cId="1324800923" sldId="1135"/>
        </pc:sldMkLst>
      </pc:sldChg>
      <pc:sldChg chg="del">
        <pc:chgData name="Grahn, Rick" userId="edcb4255-2096-4ce8-b679-80fe34710d48" providerId="ADAL" clId="{1A1389AB-F329-4AF1-8ADD-B7AD2E319D4E}" dt="2025-12-19T16:59:21.320" v="0" actId="47"/>
        <pc:sldMkLst>
          <pc:docMk/>
          <pc:sldMk cId="1453844416" sldId="1137"/>
        </pc:sldMkLst>
      </pc:sldChg>
      <pc:sldChg chg="del">
        <pc:chgData name="Grahn, Rick" userId="edcb4255-2096-4ce8-b679-80fe34710d48" providerId="ADAL" clId="{1A1389AB-F329-4AF1-8ADD-B7AD2E319D4E}" dt="2025-12-19T16:59:21.320" v="0" actId="47"/>
        <pc:sldMkLst>
          <pc:docMk/>
          <pc:sldMk cId="2711002883" sldId="1138"/>
        </pc:sldMkLst>
      </pc:sldChg>
      <pc:sldChg chg="del">
        <pc:chgData name="Grahn, Rick" userId="edcb4255-2096-4ce8-b679-80fe34710d48" providerId="ADAL" clId="{1A1389AB-F329-4AF1-8ADD-B7AD2E319D4E}" dt="2025-12-19T16:59:21.320" v="0" actId="47"/>
        <pc:sldMkLst>
          <pc:docMk/>
          <pc:sldMk cId="351185910" sldId="1139"/>
        </pc:sldMkLst>
      </pc:sldChg>
      <pc:sldChg chg="del">
        <pc:chgData name="Grahn, Rick" userId="edcb4255-2096-4ce8-b679-80fe34710d48" providerId="ADAL" clId="{1A1389AB-F329-4AF1-8ADD-B7AD2E319D4E}" dt="2025-12-19T16:59:21.320" v="0" actId="47"/>
        <pc:sldMkLst>
          <pc:docMk/>
          <pc:sldMk cId="4176616942" sldId="1141"/>
        </pc:sldMkLst>
      </pc:sldChg>
      <pc:sldChg chg="del">
        <pc:chgData name="Grahn, Rick" userId="edcb4255-2096-4ce8-b679-80fe34710d48" providerId="ADAL" clId="{1A1389AB-F329-4AF1-8ADD-B7AD2E319D4E}" dt="2025-12-19T16:59:21.320" v="0" actId="47"/>
        <pc:sldMkLst>
          <pc:docMk/>
          <pc:sldMk cId="666410983" sldId="1144"/>
        </pc:sldMkLst>
      </pc:sldChg>
      <pc:sldChg chg="del">
        <pc:chgData name="Grahn, Rick" userId="edcb4255-2096-4ce8-b679-80fe34710d48" providerId="ADAL" clId="{1A1389AB-F329-4AF1-8ADD-B7AD2E319D4E}" dt="2025-12-19T16:59:21.320" v="0" actId="47"/>
        <pc:sldMkLst>
          <pc:docMk/>
          <pc:sldMk cId="973735661" sldId="1145"/>
        </pc:sldMkLst>
      </pc:sldChg>
      <pc:sldChg chg="del">
        <pc:chgData name="Grahn, Rick" userId="edcb4255-2096-4ce8-b679-80fe34710d48" providerId="ADAL" clId="{1A1389AB-F329-4AF1-8ADD-B7AD2E319D4E}" dt="2025-12-19T16:59:21.320" v="0" actId="47"/>
        <pc:sldMkLst>
          <pc:docMk/>
          <pc:sldMk cId="3564499161" sldId="1146"/>
        </pc:sldMkLst>
      </pc:sldChg>
      <pc:sldChg chg="del">
        <pc:chgData name="Grahn, Rick" userId="edcb4255-2096-4ce8-b679-80fe34710d48" providerId="ADAL" clId="{1A1389AB-F329-4AF1-8ADD-B7AD2E319D4E}" dt="2025-12-19T16:59:21.320" v="0" actId="47"/>
        <pc:sldMkLst>
          <pc:docMk/>
          <pc:sldMk cId="3138639448" sldId="1147"/>
        </pc:sldMkLst>
      </pc:sldChg>
      <pc:sldChg chg="del">
        <pc:chgData name="Grahn, Rick" userId="edcb4255-2096-4ce8-b679-80fe34710d48" providerId="ADAL" clId="{1A1389AB-F329-4AF1-8ADD-B7AD2E319D4E}" dt="2025-12-19T16:59:21.320" v="0" actId="47"/>
        <pc:sldMkLst>
          <pc:docMk/>
          <pc:sldMk cId="336343371" sldId="1152"/>
        </pc:sldMkLst>
      </pc:sldChg>
      <pc:sldChg chg="del">
        <pc:chgData name="Grahn, Rick" userId="edcb4255-2096-4ce8-b679-80fe34710d48" providerId="ADAL" clId="{1A1389AB-F329-4AF1-8ADD-B7AD2E319D4E}" dt="2025-12-19T16:59:31.434" v="1" actId="47"/>
        <pc:sldMkLst>
          <pc:docMk/>
          <pc:sldMk cId="4221453123" sldId="1156"/>
        </pc:sldMkLst>
      </pc:sldChg>
      <pc:sldChg chg="del">
        <pc:chgData name="Grahn, Rick" userId="edcb4255-2096-4ce8-b679-80fe34710d48" providerId="ADAL" clId="{1A1389AB-F329-4AF1-8ADD-B7AD2E319D4E}" dt="2025-12-19T16:59:21.320" v="0" actId="47"/>
        <pc:sldMkLst>
          <pc:docMk/>
          <pc:sldMk cId="867375614" sldId="1157"/>
        </pc:sldMkLst>
      </pc:sldChg>
      <pc:sldChg chg="del">
        <pc:chgData name="Grahn, Rick" userId="edcb4255-2096-4ce8-b679-80fe34710d48" providerId="ADAL" clId="{1A1389AB-F329-4AF1-8ADD-B7AD2E319D4E}" dt="2025-12-19T16:59:21.320" v="0" actId="47"/>
        <pc:sldMkLst>
          <pc:docMk/>
          <pc:sldMk cId="1499279797" sldId="1158"/>
        </pc:sldMkLst>
      </pc:sldChg>
      <pc:sldChg chg="del">
        <pc:chgData name="Grahn, Rick" userId="edcb4255-2096-4ce8-b679-80fe34710d48" providerId="ADAL" clId="{1A1389AB-F329-4AF1-8ADD-B7AD2E319D4E}" dt="2025-12-19T16:59:21.320" v="0" actId="47"/>
        <pc:sldMkLst>
          <pc:docMk/>
          <pc:sldMk cId="2007818982" sldId="1159"/>
        </pc:sldMkLst>
      </pc:sldChg>
      <pc:sldChg chg="del">
        <pc:chgData name="Grahn, Rick" userId="edcb4255-2096-4ce8-b679-80fe34710d48" providerId="ADAL" clId="{1A1389AB-F329-4AF1-8ADD-B7AD2E319D4E}" dt="2025-12-19T16:59:31.434" v="1" actId="47"/>
        <pc:sldMkLst>
          <pc:docMk/>
          <pc:sldMk cId="3201566456" sldId="1162"/>
        </pc:sldMkLst>
      </pc:sldChg>
      <pc:sldChg chg="del">
        <pc:chgData name="Grahn, Rick" userId="edcb4255-2096-4ce8-b679-80fe34710d48" providerId="ADAL" clId="{1A1389AB-F329-4AF1-8ADD-B7AD2E319D4E}" dt="2025-12-19T16:59:21.320" v="0" actId="47"/>
        <pc:sldMkLst>
          <pc:docMk/>
          <pc:sldMk cId="1701517039" sldId="1165"/>
        </pc:sldMkLst>
      </pc:sldChg>
      <pc:sldChg chg="del">
        <pc:chgData name="Grahn, Rick" userId="edcb4255-2096-4ce8-b679-80fe34710d48" providerId="ADAL" clId="{1A1389AB-F329-4AF1-8ADD-B7AD2E319D4E}" dt="2025-12-19T16:59:21.320" v="0" actId="47"/>
        <pc:sldMkLst>
          <pc:docMk/>
          <pc:sldMk cId="3906185394" sldId="1166"/>
        </pc:sldMkLst>
      </pc:sldChg>
      <pc:sldChg chg="del">
        <pc:chgData name="Grahn, Rick" userId="edcb4255-2096-4ce8-b679-80fe34710d48" providerId="ADAL" clId="{1A1389AB-F329-4AF1-8ADD-B7AD2E319D4E}" dt="2025-12-19T16:59:21.320" v="0" actId="47"/>
        <pc:sldMkLst>
          <pc:docMk/>
          <pc:sldMk cId="45656934" sldId="1167"/>
        </pc:sldMkLst>
      </pc:sldChg>
      <pc:sldChg chg="del">
        <pc:chgData name="Grahn, Rick" userId="edcb4255-2096-4ce8-b679-80fe34710d48" providerId="ADAL" clId="{1A1389AB-F329-4AF1-8ADD-B7AD2E319D4E}" dt="2025-12-19T16:59:31.434" v="1" actId="47"/>
        <pc:sldMkLst>
          <pc:docMk/>
          <pc:sldMk cId="2412592220" sldId="1168"/>
        </pc:sldMkLst>
      </pc:sldChg>
      <pc:sldChg chg="del">
        <pc:chgData name="Grahn, Rick" userId="edcb4255-2096-4ce8-b679-80fe34710d48" providerId="ADAL" clId="{1A1389AB-F329-4AF1-8ADD-B7AD2E319D4E}" dt="2025-12-19T16:59:21.320" v="0" actId="47"/>
        <pc:sldMkLst>
          <pc:docMk/>
          <pc:sldMk cId="3233107732" sldId="1170"/>
        </pc:sldMkLst>
      </pc:sldChg>
      <pc:sldChg chg="del">
        <pc:chgData name="Grahn, Rick" userId="edcb4255-2096-4ce8-b679-80fe34710d48" providerId="ADAL" clId="{1A1389AB-F329-4AF1-8ADD-B7AD2E319D4E}" dt="2025-12-19T16:59:21.320" v="0" actId="47"/>
        <pc:sldMkLst>
          <pc:docMk/>
          <pc:sldMk cId="2300573080" sldId="1171"/>
        </pc:sldMkLst>
      </pc:sldChg>
      <pc:sldChg chg="del">
        <pc:chgData name="Grahn, Rick" userId="edcb4255-2096-4ce8-b679-80fe34710d48" providerId="ADAL" clId="{1A1389AB-F329-4AF1-8ADD-B7AD2E319D4E}" dt="2025-12-19T16:59:31.434" v="1" actId="47"/>
        <pc:sldMkLst>
          <pc:docMk/>
          <pc:sldMk cId="1396819102" sldId="2147473431"/>
        </pc:sldMkLst>
      </pc:sldChg>
      <pc:sldChg chg="del">
        <pc:chgData name="Grahn, Rick" userId="edcb4255-2096-4ce8-b679-80fe34710d48" providerId="ADAL" clId="{1A1389AB-F329-4AF1-8ADD-B7AD2E319D4E}" dt="2025-12-19T16:59:31.434" v="1" actId="47"/>
        <pc:sldMkLst>
          <pc:docMk/>
          <pc:sldMk cId="806326611" sldId="2147473432"/>
        </pc:sldMkLst>
      </pc:sldChg>
      <pc:sldChg chg="del">
        <pc:chgData name="Grahn, Rick" userId="edcb4255-2096-4ce8-b679-80fe34710d48" providerId="ADAL" clId="{1A1389AB-F329-4AF1-8ADD-B7AD2E319D4E}" dt="2025-12-19T16:59:31.434" v="1" actId="47"/>
        <pc:sldMkLst>
          <pc:docMk/>
          <pc:sldMk cId="1275165447" sldId="2147473433"/>
        </pc:sldMkLst>
      </pc:sldChg>
      <pc:sldChg chg="del">
        <pc:chgData name="Grahn, Rick" userId="edcb4255-2096-4ce8-b679-80fe34710d48" providerId="ADAL" clId="{1A1389AB-F329-4AF1-8ADD-B7AD2E319D4E}" dt="2025-12-19T16:59:31.434" v="1" actId="47"/>
        <pc:sldMkLst>
          <pc:docMk/>
          <pc:sldMk cId="2442821896" sldId="2147473434"/>
        </pc:sldMkLst>
      </pc:sldChg>
      <pc:sldMasterChg chg="delSldLayout">
        <pc:chgData name="Grahn, Rick" userId="edcb4255-2096-4ce8-b679-80fe34710d48" providerId="ADAL" clId="{1A1389AB-F329-4AF1-8ADD-B7AD2E319D4E}" dt="2025-12-19T16:59:31.434" v="1" actId="47"/>
        <pc:sldMasterMkLst>
          <pc:docMk/>
          <pc:sldMasterMk cId="4242608607" sldId="2147483648"/>
        </pc:sldMasterMkLst>
        <pc:sldLayoutChg chg="del">
          <pc:chgData name="Grahn, Rick" userId="edcb4255-2096-4ce8-b679-80fe34710d48" providerId="ADAL" clId="{1A1389AB-F329-4AF1-8ADD-B7AD2E319D4E}" dt="2025-12-19T16:59:31.434" v="1" actId="47"/>
          <pc:sldLayoutMkLst>
            <pc:docMk/>
            <pc:sldMasterMk cId="4242608607" sldId="2147483648"/>
            <pc:sldLayoutMk cId="3865764267" sldId="2147483764"/>
          </pc:sldLayoutMkLst>
        </pc:sldLayoutChg>
      </pc:sldMasterChg>
    </pc:docChg>
  </pc:docChgLst>
  <pc:docChgLst>
    <pc:chgData name="Thompson, Kathy" userId="dd64670e-b4dc-4ab1-b61b-a2c18b3bd707" providerId="ADAL" clId="{700F44CD-EF82-4C12-92C5-47B47B0C0058}"/>
    <pc:docChg chg="modSld">
      <pc:chgData name="Thompson, Kathy" userId="dd64670e-b4dc-4ab1-b61b-a2c18b3bd707" providerId="ADAL" clId="{700F44CD-EF82-4C12-92C5-47B47B0C0058}" dt="2025-12-02T16:59:45.499" v="5" actId="1076"/>
      <pc:docMkLst>
        <pc:docMk/>
      </pc:docMkLst>
      <pc:sldChg chg="addSp modSp mod">
        <pc:chgData name="Thompson, Kathy" userId="dd64670e-b4dc-4ab1-b61b-a2c18b3bd707" providerId="ADAL" clId="{700F44CD-EF82-4C12-92C5-47B47B0C0058}" dt="2025-12-02T16:59:45.499" v="5" actId="1076"/>
        <pc:sldMkLst>
          <pc:docMk/>
          <pc:sldMk cId="2412592220" sldId="1168"/>
        </pc:sldMkLst>
        <pc:spChg chg="add mod">
          <ac:chgData name="Thompson, Kathy" userId="dd64670e-b4dc-4ab1-b61b-a2c18b3bd707" providerId="ADAL" clId="{700F44CD-EF82-4C12-92C5-47B47B0C0058}" dt="2025-12-02T16:59:45.499" v="5" actId="1076"/>
          <ac:spMkLst>
            <pc:docMk/>
            <pc:sldMk cId="2412592220" sldId="1168"/>
            <ac:spMk id="3" creationId="{80AFE673-34A3-9498-94CF-FF08A0953858}"/>
          </ac:spMkLst>
        </pc:spChg>
      </pc:sldChg>
      <pc:sldChg chg="addSp modSp mod">
        <pc:chgData name="Thompson, Kathy" userId="dd64670e-b4dc-4ab1-b61b-a2c18b3bd707" providerId="ADAL" clId="{700F44CD-EF82-4C12-92C5-47B47B0C0058}" dt="2025-12-02T16:59:34.572" v="3" actId="1076"/>
        <pc:sldMkLst>
          <pc:docMk/>
          <pc:sldMk cId="1396819102" sldId="2147473431"/>
        </pc:sldMkLst>
        <pc:spChg chg="add mod">
          <ac:chgData name="Thompson, Kathy" userId="dd64670e-b4dc-4ab1-b61b-a2c18b3bd707" providerId="ADAL" clId="{700F44CD-EF82-4C12-92C5-47B47B0C0058}" dt="2025-12-02T16:59:34.572" v="3" actId="1076"/>
          <ac:spMkLst>
            <pc:docMk/>
            <pc:sldMk cId="1396819102" sldId="2147473431"/>
            <ac:spMk id="2" creationId="{E0ACB685-F39D-75D3-843C-22811D2911DD}"/>
          </ac:spMkLst>
        </pc:spChg>
      </pc:sldChg>
      <pc:sldChg chg="addSp modSp mod">
        <pc:chgData name="Thompson, Kathy" userId="dd64670e-b4dc-4ab1-b61b-a2c18b3bd707" providerId="ADAL" clId="{700F44CD-EF82-4C12-92C5-47B47B0C0058}" dt="2025-12-02T16:59:30.171" v="1" actId="1076"/>
        <pc:sldMkLst>
          <pc:docMk/>
          <pc:sldMk cId="2442821896" sldId="2147473434"/>
        </pc:sldMkLst>
        <pc:spChg chg="add mod">
          <ac:chgData name="Thompson, Kathy" userId="dd64670e-b4dc-4ab1-b61b-a2c18b3bd707" providerId="ADAL" clId="{700F44CD-EF82-4C12-92C5-47B47B0C0058}" dt="2025-12-02T16:59:30.171" v="1" actId="1076"/>
          <ac:spMkLst>
            <pc:docMk/>
            <pc:sldMk cId="2442821896" sldId="2147473434"/>
            <ac:spMk id="5" creationId="{9E807E32-F4B3-88E5-792C-01031926B3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2387" tIns="46193" rIns="92387" bIns="46193" rtlCol="0"/>
          <a:lstStyle>
            <a:lvl1pPr algn="l">
              <a:defRPr sz="11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2387" tIns="46193" rIns="92387" bIns="46193" rtlCol="0"/>
          <a:lstStyle>
            <a:lvl1pPr algn="r">
              <a:defRPr sz="1100"/>
            </a:lvl1pPr>
          </a:lstStyle>
          <a:p>
            <a:fld id="{91DC7B59-6FD4-458A-A89E-4F083A58E84C}" type="datetimeFigureOut">
              <a:rPr lang="en-US" smtClean="0"/>
              <a:t>12/19/2025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2387" tIns="46193" rIns="92387" bIns="46193" rtlCol="0" anchor="ctr"/>
          <a:lstStyle/>
          <a:p>
            <a:endParaRPr lang="en-US"/>
          </a:p>
        </p:txBody>
      </p:sp>
      <p:sp>
        <p:nvSpPr>
          <p:cNvPr id="5" name="Notes Placeholder 4"/>
          <p:cNvSpPr>
            <a:spLocks noGrp="1"/>
          </p:cNvSpPr>
          <p:nvPr>
            <p:ph type="body" sz="quarter" idx="3"/>
          </p:nvPr>
        </p:nvSpPr>
        <p:spPr>
          <a:xfrm>
            <a:off x="701040" y="4473894"/>
            <a:ext cx="5608320" cy="3660457"/>
          </a:xfrm>
          <a:prstGeom prst="rect">
            <a:avLst/>
          </a:prstGeom>
        </p:spPr>
        <p:txBody>
          <a:bodyPr vert="horz" lIns="92387" tIns="46193" rIns="92387" bIns="4619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9"/>
            <a:ext cx="3037840" cy="466433"/>
          </a:xfrm>
          <a:prstGeom prst="rect">
            <a:avLst/>
          </a:prstGeom>
        </p:spPr>
        <p:txBody>
          <a:bodyPr vert="horz" lIns="92387" tIns="46193" rIns="92387" bIns="46193" rtlCol="0" anchor="b"/>
          <a:lstStyle>
            <a:lvl1pPr algn="l">
              <a:defRPr sz="1100"/>
            </a:lvl1pPr>
          </a:lstStyle>
          <a:p>
            <a:endParaRPr lang="en-US"/>
          </a:p>
        </p:txBody>
      </p:sp>
      <p:sp>
        <p:nvSpPr>
          <p:cNvPr id="7" name="Slide Number Placeholder 6"/>
          <p:cNvSpPr>
            <a:spLocks noGrp="1"/>
          </p:cNvSpPr>
          <p:nvPr>
            <p:ph type="sldNum" sz="quarter" idx="5"/>
          </p:nvPr>
        </p:nvSpPr>
        <p:spPr>
          <a:xfrm>
            <a:off x="3970938" y="8829969"/>
            <a:ext cx="3037840" cy="466433"/>
          </a:xfrm>
          <a:prstGeom prst="rect">
            <a:avLst/>
          </a:prstGeom>
        </p:spPr>
        <p:txBody>
          <a:bodyPr vert="horz" lIns="92387" tIns="46193" rIns="92387" bIns="46193" rtlCol="0" anchor="b"/>
          <a:lstStyle>
            <a:lvl1pPr algn="r">
              <a:defRPr sz="1100"/>
            </a:lvl1pPr>
          </a:lstStyle>
          <a:p>
            <a:fld id="{09BA0C0F-DC8E-4422-9983-64C69E1B4D89}" type="slidenum">
              <a:rPr lang="en-US" smtClean="0"/>
              <a:t>‹#›</a:t>
            </a:fld>
            <a:endParaRPr lang="en-US"/>
          </a:p>
        </p:txBody>
      </p:sp>
    </p:spTree>
    <p:extLst>
      <p:ext uri="{BB962C8B-B14F-4D97-AF65-F5344CB8AC3E}">
        <p14:creationId xmlns:p14="http://schemas.microsoft.com/office/powerpoint/2010/main" val="227143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5DE4C-D773-BCA8-F113-C5EDBA4140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880E8-C58D-68C4-D1A8-4082ED355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D6B76-9ADA-AFA6-94B9-2113EDBAB388}"/>
              </a:ext>
            </a:extLst>
          </p:cNvPr>
          <p:cNvSpPr>
            <a:spLocks noGrp="1"/>
          </p:cNvSpPr>
          <p:nvPr>
            <p:ph type="body" idx="1"/>
          </p:nvPr>
        </p:nvSpPr>
        <p:spPr/>
        <p: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lang="en-US" sz="1800" b="0" i="1">
              <a:solidFill>
                <a:srgbClr val="2D5977"/>
              </a:solidFill>
              <a:effectLst/>
              <a:latin typeface="Roboto" panose="020F0502020204030204" pitchFamily="34" charset="0"/>
            </a:endParaRPr>
          </a:p>
          <a:p>
            <a:endParaRPr lang="en-US"/>
          </a:p>
        </p:txBody>
      </p:sp>
      <p:sp>
        <p:nvSpPr>
          <p:cNvPr id="4" name="Slide Number Placeholder 3">
            <a:extLst>
              <a:ext uri="{FF2B5EF4-FFF2-40B4-BE49-F238E27FC236}">
                <a16:creationId xmlns:a16="http://schemas.microsoft.com/office/drawing/2014/main" id="{03B0BF5C-FED8-0A7F-7C29-450AB4CDD265}"/>
              </a:ext>
            </a:extLst>
          </p:cNvPr>
          <p:cNvSpPr>
            <a:spLocks noGrp="1"/>
          </p:cNvSpPr>
          <p:nvPr>
            <p:ph type="sldNum" sz="quarter" idx="5"/>
          </p:nvPr>
        </p:nvSpPr>
        <p:spPr/>
        <p:txBody>
          <a:bodyPr/>
          <a:lstStyle/>
          <a:p>
            <a:pPr marL="0" marR="0" lvl="0" indent="0" algn="r" defTabSz="457189" rtl="0" eaLnBrk="1" fontAlgn="auto" latinLnBrk="0" hangingPunct="1">
              <a:lnSpc>
                <a:spcPct val="100000"/>
              </a:lnSpc>
              <a:spcBef>
                <a:spcPts val="0"/>
              </a:spcBef>
              <a:spcAft>
                <a:spcPts val="0"/>
              </a:spcAft>
              <a:buClrTx/>
              <a:buSzTx/>
              <a:buFontTx/>
              <a:buNone/>
              <a:tabLst/>
              <a:defRPr/>
            </a:pPr>
            <a:fld id="{550BB573-D073-F143-933A-82FDCF9119F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189"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347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BA0C0F-DC8E-4422-9983-64C69E1B4D89}" type="slidenum">
              <a:rPr lang="en-US" smtClean="0"/>
              <a:t>12</a:t>
            </a:fld>
            <a:endParaRPr lang="en-US"/>
          </a:p>
        </p:txBody>
      </p:sp>
    </p:spTree>
    <p:extLst>
      <p:ext uri="{BB962C8B-B14F-4D97-AF65-F5344CB8AC3E}">
        <p14:creationId xmlns:p14="http://schemas.microsoft.com/office/powerpoint/2010/main" val="17281034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12.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2.xml"/><Relationship Id="rId6" Type="http://schemas.openxmlformats.org/officeDocument/2006/relationships/image" Target="../media/image2.png"/><Relationship Id="rId5" Type="http://schemas.openxmlformats.org/officeDocument/2006/relationships/image" Target="../media/image11.png"/><Relationship Id="rId4" Type="http://schemas.openxmlformats.org/officeDocument/2006/relationships/image" Target="../media/image4.sv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1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1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1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7.png"/><Relationship Id="rId4" Type="http://schemas.openxmlformats.org/officeDocument/2006/relationships/image" Target="../media/image13.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14.png"/><Relationship Id="rId4"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8.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1.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2.jp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3.jp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4.jp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5.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6.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7.jp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4.jp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jp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7.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Background">
            <a:extLst>
              <a:ext uri="{FF2B5EF4-FFF2-40B4-BE49-F238E27FC236}">
                <a16:creationId xmlns:a16="http://schemas.microsoft.com/office/drawing/2014/main" id="{5D59094B-6412-4D53-BF00-A5BFC78F5BDB}"/>
              </a:ext>
              <a:ext uri="{C183D7F6-B498-43B3-948B-1728B52AA6E4}">
                <adec:decorative xmlns:adec="http://schemas.microsoft.com/office/drawing/2017/decorative" val="1"/>
              </a:ext>
            </a:extLst>
          </p:cNvPr>
          <p:cNvSpPr/>
          <p:nvPr userDrawn="1"/>
        </p:nvSpPr>
        <p:spPr>
          <a:xfrm>
            <a:off x="0" y="0"/>
            <a:ext cx="7353300" cy="6858000"/>
          </a:xfrm>
          <a:prstGeom prst="rect">
            <a:avLst/>
          </a:prstGeom>
          <a:solidFill>
            <a:srgbClr val="1D3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DOT Logo" descr="US DOT logo. ">
            <a:extLst>
              <a:ext uri="{FF2B5EF4-FFF2-40B4-BE49-F238E27FC236}">
                <a16:creationId xmlns:a16="http://schemas.microsoft.com/office/drawing/2014/main" id="{F105BBBB-B8B1-46D9-891C-D3E6F4CFFE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628" y="226241"/>
            <a:ext cx="1456835" cy="578450"/>
          </a:xfrm>
          <a:prstGeom prst="rect">
            <a:avLst/>
          </a:prstGeom>
        </p:spPr>
      </p:pic>
      <p:pic>
        <p:nvPicPr>
          <p:cNvPr id="14" name="TFHRC logo" descr="Turner-Fairbank Highway Research Center logo. ">
            <a:extLst>
              <a:ext uri="{FF2B5EF4-FFF2-40B4-BE49-F238E27FC236}">
                <a16:creationId xmlns:a16="http://schemas.microsoft.com/office/drawing/2014/main" id="{8596F1D9-020E-40D4-84E8-D9BC9AA14158}"/>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l="-11725" r="-11725"/>
          <a:stretch/>
        </p:blipFill>
        <p:spPr>
          <a:xfrm>
            <a:off x="92297" y="877011"/>
            <a:ext cx="1920240" cy="396982"/>
          </a:xfrm>
          <a:prstGeom prst="rect">
            <a:avLst/>
          </a:prstGeom>
        </p:spPr>
      </p:pic>
      <p:sp>
        <p:nvSpPr>
          <p:cNvPr id="2" name="Title 1">
            <a:extLst>
              <a:ext uri="{FF2B5EF4-FFF2-40B4-BE49-F238E27FC236}">
                <a16:creationId xmlns:a16="http://schemas.microsoft.com/office/drawing/2014/main" id="{9B1F3EEC-0615-4605-A192-B2785F3CE640}"/>
              </a:ext>
            </a:extLst>
          </p:cNvPr>
          <p:cNvSpPr>
            <a:spLocks noGrp="1"/>
          </p:cNvSpPr>
          <p:nvPr>
            <p:ph type="ctrTitle" hasCustomPrompt="1"/>
          </p:nvPr>
        </p:nvSpPr>
        <p:spPr>
          <a:xfrm>
            <a:off x="676273" y="1621418"/>
            <a:ext cx="6238877" cy="2387600"/>
          </a:xfrm>
        </p:spPr>
        <p:txBody>
          <a:bodyPr anchor="b">
            <a:noAutofit/>
          </a:bodyPr>
          <a:lstStyle>
            <a:lvl1pPr algn="l">
              <a:defRPr sz="4800" b="1">
                <a:solidFill>
                  <a:schemeClr val="bg1"/>
                </a:solidFill>
              </a:defRPr>
            </a:lvl1pPr>
          </a:lstStyle>
          <a:p>
            <a:r>
              <a:rPr lang="en-US"/>
              <a:t>Slide Title</a:t>
            </a:r>
          </a:p>
        </p:txBody>
      </p:sp>
      <p:grpSp>
        <p:nvGrpSpPr>
          <p:cNvPr id="4" name="Group 3">
            <a:extLst>
              <a:ext uri="{FF2B5EF4-FFF2-40B4-BE49-F238E27FC236}">
                <a16:creationId xmlns:a16="http://schemas.microsoft.com/office/drawing/2014/main" id="{F705200A-AC8D-4D03-B3CD-D4DE299E3777}"/>
              </a:ext>
              <a:ext uri="{C183D7F6-B498-43B3-948B-1728B52AA6E4}">
                <adec:decorative xmlns:adec="http://schemas.microsoft.com/office/drawing/2017/decorative" val="1"/>
              </a:ext>
            </a:extLst>
          </p:cNvPr>
          <p:cNvGrpSpPr/>
          <p:nvPr userDrawn="1"/>
        </p:nvGrpSpPr>
        <p:grpSpPr>
          <a:xfrm>
            <a:off x="-10274" y="4208190"/>
            <a:ext cx="7172961" cy="67184"/>
            <a:chOff x="-10274" y="4208190"/>
            <a:chExt cx="7172961" cy="67184"/>
          </a:xfrm>
        </p:grpSpPr>
        <p:pic>
          <p:nvPicPr>
            <p:cNvPr id="11" name="Graphic 10">
              <a:extLst>
                <a:ext uri="{FF2B5EF4-FFF2-40B4-BE49-F238E27FC236}">
                  <a16:creationId xmlns:a16="http://schemas.microsoft.com/office/drawing/2014/main" id="{85A2FC15-D7B5-4817-9D48-6089B91EB5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946535" y="4211366"/>
              <a:ext cx="1216152" cy="64008"/>
            </a:xfrm>
            <a:prstGeom prst="rect">
              <a:avLst/>
            </a:prstGeom>
          </p:spPr>
        </p:pic>
        <p:sp>
          <p:nvSpPr>
            <p:cNvPr id="12" name="Parallelogram 3">
              <a:extLst>
                <a:ext uri="{FF2B5EF4-FFF2-40B4-BE49-F238E27FC236}">
                  <a16:creationId xmlns:a16="http://schemas.microsoft.com/office/drawing/2014/main" id="{BD30292F-0126-48EC-A0D5-559810096838}"/>
                </a:ext>
              </a:extLst>
            </p:cNvPr>
            <p:cNvSpPr/>
            <p:nvPr userDrawn="1"/>
          </p:nvSpPr>
          <p:spPr>
            <a:xfrm>
              <a:off x="-10274" y="4208190"/>
              <a:ext cx="58521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ubtitle 2">
            <a:extLst>
              <a:ext uri="{FF2B5EF4-FFF2-40B4-BE49-F238E27FC236}">
                <a16:creationId xmlns:a16="http://schemas.microsoft.com/office/drawing/2014/main" id="{27FB9B0A-AE69-4155-86F0-C2FD36A289C6}"/>
              </a:ext>
            </a:extLst>
          </p:cNvPr>
          <p:cNvSpPr>
            <a:spLocks noGrp="1"/>
          </p:cNvSpPr>
          <p:nvPr>
            <p:ph type="subTitle" idx="1" hasCustomPrompt="1"/>
          </p:nvPr>
        </p:nvSpPr>
        <p:spPr>
          <a:xfrm>
            <a:off x="676273" y="4471857"/>
            <a:ext cx="6238877" cy="8840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enter sub-title, name, or department</a:t>
            </a:r>
          </a:p>
        </p:txBody>
      </p:sp>
      <p:sp>
        <p:nvSpPr>
          <p:cNvPr id="15" name="Date">
            <a:extLst>
              <a:ext uri="{FF2B5EF4-FFF2-40B4-BE49-F238E27FC236}">
                <a16:creationId xmlns:a16="http://schemas.microsoft.com/office/drawing/2014/main" id="{475B2ECC-9C74-4B4B-B3BA-4E1B338F2031}"/>
              </a:ext>
            </a:extLst>
          </p:cNvPr>
          <p:cNvSpPr>
            <a:spLocks noGrp="1"/>
          </p:cNvSpPr>
          <p:nvPr>
            <p:ph type="body" sz="quarter" idx="10" hasCustomPrompt="1"/>
          </p:nvPr>
        </p:nvSpPr>
        <p:spPr>
          <a:xfrm>
            <a:off x="676273" y="5667375"/>
            <a:ext cx="6238877" cy="557213"/>
          </a:xfrm>
        </p:spPr>
        <p:txBody>
          <a:bodyPr>
            <a:noAutofit/>
          </a:bodyPr>
          <a:lstStyle>
            <a:lvl1pPr marL="0" indent="0">
              <a:buNone/>
              <a:defRPr sz="1600" i="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enter date</a:t>
            </a:r>
          </a:p>
        </p:txBody>
      </p:sp>
      <p:sp>
        <p:nvSpPr>
          <p:cNvPr id="5" name="Picture Placeholder 4">
            <a:extLst>
              <a:ext uri="{FF2B5EF4-FFF2-40B4-BE49-F238E27FC236}">
                <a16:creationId xmlns:a16="http://schemas.microsoft.com/office/drawing/2014/main" id="{FE2087F6-C6FA-425E-A3BD-A202D955A46D}"/>
              </a:ext>
            </a:extLst>
          </p:cNvPr>
          <p:cNvSpPr>
            <a:spLocks noGrp="1"/>
          </p:cNvSpPr>
          <p:nvPr>
            <p:ph type="pic" sz="quarter" idx="11"/>
          </p:nvPr>
        </p:nvSpPr>
        <p:spPr>
          <a:xfrm>
            <a:off x="7353301" y="0"/>
            <a:ext cx="4824412" cy="6858000"/>
          </a:xfrm>
        </p:spPr>
        <p:txBody>
          <a:bodyPr/>
          <a:lstStyle/>
          <a:p>
            <a:r>
              <a:rPr lang="en-US"/>
              <a:t>Click icon to add picture</a:t>
            </a:r>
          </a:p>
        </p:txBody>
      </p:sp>
      <p:sp>
        <p:nvSpPr>
          <p:cNvPr id="8" name="Source">
            <a:extLst>
              <a:ext uri="{FF2B5EF4-FFF2-40B4-BE49-F238E27FC236}">
                <a16:creationId xmlns:a16="http://schemas.microsoft.com/office/drawing/2014/main" id="{53FEC3E7-AFE5-4D28-8F87-1BBD190865DD}"/>
              </a:ext>
            </a:extLst>
          </p:cNvPr>
          <p:cNvSpPr>
            <a:spLocks noGrp="1"/>
          </p:cNvSpPr>
          <p:nvPr>
            <p:ph type="body" sz="quarter" idx="12" hasCustomPrompt="1"/>
          </p:nvPr>
        </p:nvSpPr>
        <p:spPr>
          <a:xfrm>
            <a:off x="4684137" y="6473988"/>
            <a:ext cx="2515678" cy="233362"/>
          </a:xfrm>
        </p:spPr>
        <p:txBody>
          <a:bodyPr>
            <a:noAutofit/>
          </a:bodyPr>
          <a:lstStyle>
            <a:lvl1pPr marL="0" indent="0" algn="r">
              <a:buNone/>
              <a:defRPr sz="900" i="1">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spTree>
    <p:extLst>
      <p:ext uri="{BB962C8B-B14F-4D97-AF65-F5344CB8AC3E}">
        <p14:creationId xmlns:p14="http://schemas.microsoft.com/office/powerpoint/2010/main" val="414517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tatic Image">
    <p:spTree>
      <p:nvGrpSpPr>
        <p:cNvPr id="1" name=""/>
        <p:cNvGrpSpPr/>
        <p:nvPr/>
      </p:nvGrpSpPr>
      <p:grpSpPr>
        <a:xfrm>
          <a:off x="0" y="0"/>
          <a:ext cx="0" cy="0"/>
          <a:chOff x="0" y="0"/>
          <a:chExt cx="0" cy="0"/>
        </a:xfrm>
      </p:grpSpPr>
      <p:sp>
        <p:nvSpPr>
          <p:cNvPr id="7" name="Background">
            <a:extLst>
              <a:ext uri="{FF2B5EF4-FFF2-40B4-BE49-F238E27FC236}">
                <a16:creationId xmlns:a16="http://schemas.microsoft.com/office/drawing/2014/main" id="{5D59094B-6412-4D53-BF00-A5BFC78F5BD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1D3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DOT Logo" descr="US DOT logo. ">
            <a:extLst>
              <a:ext uri="{FF2B5EF4-FFF2-40B4-BE49-F238E27FC236}">
                <a16:creationId xmlns:a16="http://schemas.microsoft.com/office/drawing/2014/main" id="{A033DBD1-C0D0-4236-9682-F7109C82A2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6628" y="226241"/>
            <a:ext cx="1456835" cy="578450"/>
          </a:xfrm>
          <a:prstGeom prst="rect">
            <a:avLst/>
          </a:prstGeom>
        </p:spPr>
      </p:pic>
      <p:pic>
        <p:nvPicPr>
          <p:cNvPr id="20" name="TFHRC logo" descr="Turner-Fairbank Highway Research Center logo. ">
            <a:extLst>
              <a:ext uri="{FF2B5EF4-FFF2-40B4-BE49-F238E27FC236}">
                <a16:creationId xmlns:a16="http://schemas.microsoft.com/office/drawing/2014/main" id="{12343529-B5F6-4ED4-8FDE-0E52F8772343}"/>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l="-11725" r="-11725"/>
          <a:stretch/>
        </p:blipFill>
        <p:spPr>
          <a:xfrm>
            <a:off x="92297" y="877011"/>
            <a:ext cx="1920240" cy="396982"/>
          </a:xfrm>
          <a:prstGeom prst="rect">
            <a:avLst/>
          </a:prstGeom>
        </p:spPr>
      </p:pic>
      <p:sp>
        <p:nvSpPr>
          <p:cNvPr id="2" name="Title 1">
            <a:extLst>
              <a:ext uri="{FF2B5EF4-FFF2-40B4-BE49-F238E27FC236}">
                <a16:creationId xmlns:a16="http://schemas.microsoft.com/office/drawing/2014/main" id="{9B1F3EEC-0615-4605-A192-B2785F3CE640}"/>
              </a:ext>
            </a:extLst>
          </p:cNvPr>
          <p:cNvSpPr>
            <a:spLocks noGrp="1"/>
          </p:cNvSpPr>
          <p:nvPr>
            <p:ph type="ctrTitle" hasCustomPrompt="1"/>
          </p:nvPr>
        </p:nvSpPr>
        <p:spPr>
          <a:xfrm>
            <a:off x="676273" y="1621418"/>
            <a:ext cx="6238877" cy="2387600"/>
          </a:xfrm>
        </p:spPr>
        <p:txBody>
          <a:bodyPr anchor="b">
            <a:noAutofit/>
          </a:bodyPr>
          <a:lstStyle>
            <a:lvl1pPr algn="l">
              <a:defRPr sz="4000" b="1">
                <a:solidFill>
                  <a:schemeClr val="bg1"/>
                </a:solidFill>
              </a:defRPr>
            </a:lvl1pPr>
          </a:lstStyle>
          <a:p>
            <a:r>
              <a:rPr lang="en-US"/>
              <a:t>U.S. Department of Transportation (USDOT)</a:t>
            </a:r>
            <a:br>
              <a:rPr lang="en-US"/>
            </a:br>
            <a:r>
              <a:rPr lang="en-US"/>
              <a:t>Vehicle-to-Everything (V2X) Deployment Plan</a:t>
            </a:r>
          </a:p>
        </p:txBody>
      </p:sp>
      <p:grpSp>
        <p:nvGrpSpPr>
          <p:cNvPr id="11" name="Group 10">
            <a:extLst>
              <a:ext uri="{FF2B5EF4-FFF2-40B4-BE49-F238E27FC236}">
                <a16:creationId xmlns:a16="http://schemas.microsoft.com/office/drawing/2014/main" id="{91A58D33-9B11-492B-93B3-BB9ECD2C07BD}"/>
              </a:ext>
              <a:ext uri="{C183D7F6-B498-43B3-948B-1728B52AA6E4}">
                <adec:decorative xmlns:adec="http://schemas.microsoft.com/office/drawing/2017/decorative" val="1"/>
              </a:ext>
            </a:extLst>
          </p:cNvPr>
          <p:cNvGrpSpPr/>
          <p:nvPr userDrawn="1"/>
        </p:nvGrpSpPr>
        <p:grpSpPr>
          <a:xfrm>
            <a:off x="-10274" y="4208190"/>
            <a:ext cx="7172961" cy="67184"/>
            <a:chOff x="-10274" y="4208190"/>
            <a:chExt cx="7172961" cy="67184"/>
          </a:xfrm>
        </p:grpSpPr>
        <p:pic>
          <p:nvPicPr>
            <p:cNvPr id="12" name="Graphic 11">
              <a:extLst>
                <a:ext uri="{FF2B5EF4-FFF2-40B4-BE49-F238E27FC236}">
                  <a16:creationId xmlns:a16="http://schemas.microsoft.com/office/drawing/2014/main" id="{84F788C1-658D-4523-88A2-00CF2F21391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5946535" y="4211366"/>
              <a:ext cx="1216152" cy="64008"/>
            </a:xfrm>
            <a:prstGeom prst="rect">
              <a:avLst/>
            </a:prstGeom>
          </p:spPr>
        </p:pic>
        <p:sp>
          <p:nvSpPr>
            <p:cNvPr id="13" name="Parallelogram 3">
              <a:extLst>
                <a:ext uri="{FF2B5EF4-FFF2-40B4-BE49-F238E27FC236}">
                  <a16:creationId xmlns:a16="http://schemas.microsoft.com/office/drawing/2014/main" id="{03353B6B-80B3-4859-8921-B8A39567CF3E}"/>
                </a:ext>
              </a:extLst>
            </p:cNvPr>
            <p:cNvSpPr/>
            <p:nvPr userDrawn="1"/>
          </p:nvSpPr>
          <p:spPr>
            <a:xfrm>
              <a:off x="-10274" y="4208190"/>
              <a:ext cx="58521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ubtitle 2">
            <a:extLst>
              <a:ext uri="{FF2B5EF4-FFF2-40B4-BE49-F238E27FC236}">
                <a16:creationId xmlns:a16="http://schemas.microsoft.com/office/drawing/2014/main" id="{27FB9B0A-AE69-4155-86F0-C2FD36A289C6}"/>
              </a:ext>
            </a:extLst>
          </p:cNvPr>
          <p:cNvSpPr>
            <a:spLocks noGrp="1"/>
          </p:cNvSpPr>
          <p:nvPr>
            <p:ph type="subTitle" idx="1" hasCustomPrompt="1"/>
          </p:nvPr>
        </p:nvSpPr>
        <p:spPr>
          <a:xfrm>
            <a:off x="676273" y="4471857"/>
            <a:ext cx="6238877" cy="8840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Marisa Migliore</a:t>
            </a:r>
          </a:p>
          <a:p>
            <a:endParaRPr lang="en-US"/>
          </a:p>
        </p:txBody>
      </p:sp>
      <p:sp>
        <p:nvSpPr>
          <p:cNvPr id="15" name="Date">
            <a:extLst>
              <a:ext uri="{FF2B5EF4-FFF2-40B4-BE49-F238E27FC236}">
                <a16:creationId xmlns:a16="http://schemas.microsoft.com/office/drawing/2014/main" id="{475B2ECC-9C74-4B4B-B3BA-4E1B338F2031}"/>
              </a:ext>
            </a:extLst>
          </p:cNvPr>
          <p:cNvSpPr>
            <a:spLocks noGrp="1"/>
          </p:cNvSpPr>
          <p:nvPr>
            <p:ph type="body" sz="quarter" idx="10" hasCustomPrompt="1"/>
          </p:nvPr>
        </p:nvSpPr>
        <p:spPr>
          <a:xfrm>
            <a:off x="676273" y="5667375"/>
            <a:ext cx="6238877" cy="557213"/>
          </a:xfrm>
        </p:spPr>
        <p:txBody>
          <a:bodyPr>
            <a:normAutofit/>
          </a:bodyPr>
          <a:lstStyle>
            <a:lvl1pPr marL="0" indent="0">
              <a:buNone/>
              <a:defRPr sz="1600" i="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05/07/2024</a:t>
            </a:r>
          </a:p>
        </p:txBody>
      </p:sp>
      <p:pic>
        <p:nvPicPr>
          <p:cNvPr id="24" name="Picture Placeholder 16" descr="Various icons representing highway research and technology overlay a blurred street and traffic background. ">
            <a:extLst>
              <a:ext uri="{FF2B5EF4-FFF2-40B4-BE49-F238E27FC236}">
                <a16:creationId xmlns:a16="http://schemas.microsoft.com/office/drawing/2014/main" id="{BC264C99-4F34-49FB-9740-09BA1B94C1D2}"/>
              </a:ext>
            </a:extLst>
          </p:cNvPr>
          <p:cNvPicPr>
            <a:picLocks noChangeAspect="1"/>
          </p:cNvPicPr>
          <p:nvPr userDrawn="1"/>
        </p:nvPicPr>
        <p:blipFill>
          <a:blip r:embed="rId6" cstate="screen">
            <a:extLst>
              <a:ext uri="{28A0092B-C50C-407E-A947-70E740481C1C}">
                <a14:useLocalDpi xmlns:a14="http://schemas.microsoft.com/office/drawing/2010/main" val="0"/>
              </a:ext>
            </a:extLst>
          </a:blip>
          <a:srcRect/>
          <a:stretch/>
        </p:blipFill>
        <p:spPr>
          <a:xfrm>
            <a:off x="7350034" y="0"/>
            <a:ext cx="4841966" cy="6857999"/>
          </a:xfrm>
          <a:prstGeom prst="rect">
            <a:avLst/>
          </a:prstGeom>
        </p:spPr>
      </p:pic>
      <p:sp>
        <p:nvSpPr>
          <p:cNvPr id="4" name="Source">
            <a:extLst>
              <a:ext uri="{FF2B5EF4-FFF2-40B4-BE49-F238E27FC236}">
                <a16:creationId xmlns:a16="http://schemas.microsoft.com/office/drawing/2014/main" id="{BD92F259-19AA-4BD2-93B8-A8D06C342524}"/>
              </a:ext>
            </a:extLst>
          </p:cNvPr>
          <p:cNvSpPr txBox="1"/>
          <p:nvPr userDrawn="1"/>
        </p:nvSpPr>
        <p:spPr>
          <a:xfrm>
            <a:off x="4844803" y="6460912"/>
            <a:ext cx="2355012"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i="1">
                <a:solidFill>
                  <a:schemeClr val="bg1"/>
                </a:solidFill>
              </a:rPr>
              <a:t>© 2015 </a:t>
            </a:r>
            <a:r>
              <a:rPr lang="en-US" sz="900" i="1" err="1">
                <a:solidFill>
                  <a:schemeClr val="bg1"/>
                </a:solidFill>
              </a:rPr>
              <a:t>USchools</a:t>
            </a:r>
            <a:r>
              <a:rPr lang="en-US" sz="900" i="1">
                <a:solidFill>
                  <a:schemeClr val="bg1"/>
                </a:solidFill>
              </a:rPr>
              <a:t> / iStock.</a:t>
            </a:r>
          </a:p>
        </p:txBody>
      </p:sp>
    </p:spTree>
    <p:extLst>
      <p:ext uri="{BB962C8B-B14F-4D97-AF65-F5344CB8AC3E}">
        <p14:creationId xmlns:p14="http://schemas.microsoft.com/office/powerpoint/2010/main" val="1214358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sp>
        <p:nvSpPr>
          <p:cNvPr id="11" name="Background">
            <a:extLst>
              <a:ext uri="{FF2B5EF4-FFF2-40B4-BE49-F238E27FC236}">
                <a16:creationId xmlns:a16="http://schemas.microsoft.com/office/drawing/2014/main" id="{869CDF21-6DC9-458E-93F8-9D84DD7CD65E}"/>
              </a:ext>
              <a:ext uri="{C183D7F6-B498-43B3-948B-1728B52AA6E4}">
                <adec:decorative xmlns:adec="http://schemas.microsoft.com/office/drawing/2017/decorative" val="1"/>
              </a:ext>
            </a:extLst>
          </p:cNvPr>
          <p:cNvSpPr/>
          <p:nvPr userDrawn="1"/>
        </p:nvSpPr>
        <p:spPr>
          <a:xfrm>
            <a:off x="0" y="3457574"/>
            <a:ext cx="12192000" cy="3400425"/>
          </a:xfrm>
          <a:prstGeom prst="rect">
            <a:avLst/>
          </a:prstGeom>
          <a:solidFill>
            <a:srgbClr val="1D3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C24FD02E-15D1-4298-A473-B21335220E9E}"/>
              </a:ext>
            </a:extLst>
          </p:cNvPr>
          <p:cNvSpPr>
            <a:spLocks noGrp="1"/>
          </p:cNvSpPr>
          <p:nvPr>
            <p:ph type="pic" sz="quarter" idx="10"/>
          </p:nvPr>
        </p:nvSpPr>
        <p:spPr>
          <a:xfrm>
            <a:off x="0" y="0"/>
            <a:ext cx="12192000" cy="3457574"/>
          </a:xfrm>
        </p:spPr>
        <p:txBody>
          <a:bodyPr/>
          <a:lstStyle/>
          <a:p>
            <a:r>
              <a:rPr lang="en-US"/>
              <a:t>Click icon to add picture</a:t>
            </a:r>
          </a:p>
        </p:txBody>
      </p:sp>
      <p:sp>
        <p:nvSpPr>
          <p:cNvPr id="14" name="Text Placeholder 7">
            <a:extLst>
              <a:ext uri="{FF2B5EF4-FFF2-40B4-BE49-F238E27FC236}">
                <a16:creationId xmlns:a16="http://schemas.microsoft.com/office/drawing/2014/main" id="{A8D1C52B-0DC5-48E0-8122-46704D684BCF}"/>
              </a:ext>
            </a:extLst>
          </p:cNvPr>
          <p:cNvSpPr>
            <a:spLocks noGrp="1"/>
          </p:cNvSpPr>
          <p:nvPr>
            <p:ph type="body" sz="quarter" idx="12" hasCustomPrompt="1"/>
          </p:nvPr>
        </p:nvSpPr>
        <p:spPr>
          <a:xfrm>
            <a:off x="9489057" y="3617723"/>
            <a:ext cx="2515678" cy="233362"/>
          </a:xfrm>
        </p:spPr>
        <p:txBody>
          <a:bodyPr>
            <a:noAutofit/>
          </a:bodyPr>
          <a:lstStyle>
            <a:lvl1pPr marL="0" indent="0" algn="r">
              <a:buNone/>
              <a:defRPr sz="900" i="1">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grpSp>
        <p:nvGrpSpPr>
          <p:cNvPr id="9" name="Group 8">
            <a:extLst>
              <a:ext uri="{FF2B5EF4-FFF2-40B4-BE49-F238E27FC236}">
                <a16:creationId xmlns:a16="http://schemas.microsoft.com/office/drawing/2014/main" id="{2ADF576F-F650-4C8A-A874-77F66E3D3CBD}"/>
              </a:ext>
              <a:ext uri="{C183D7F6-B498-43B3-948B-1728B52AA6E4}">
                <adec:decorative xmlns:adec="http://schemas.microsoft.com/office/drawing/2017/decorative" val="1"/>
              </a:ext>
            </a:extLst>
          </p:cNvPr>
          <p:cNvGrpSpPr/>
          <p:nvPr userDrawn="1"/>
        </p:nvGrpSpPr>
        <p:grpSpPr>
          <a:xfrm>
            <a:off x="-9098" y="3466434"/>
            <a:ext cx="12210196" cy="64008"/>
            <a:chOff x="-9098" y="3444238"/>
            <a:chExt cx="12210196" cy="64008"/>
          </a:xfrm>
        </p:grpSpPr>
        <p:pic>
          <p:nvPicPr>
            <p:cNvPr id="10" name="Graphic 9">
              <a:extLst>
                <a:ext uri="{FF2B5EF4-FFF2-40B4-BE49-F238E27FC236}">
                  <a16:creationId xmlns:a16="http://schemas.microsoft.com/office/drawing/2014/main" id="{F01243BA-6EE5-4226-B535-27F2F1BF50CA}"/>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984946" y="3444238"/>
              <a:ext cx="1216152" cy="64008"/>
            </a:xfrm>
            <a:prstGeom prst="rect">
              <a:avLst/>
            </a:prstGeom>
          </p:spPr>
        </p:pic>
        <p:sp>
          <p:nvSpPr>
            <p:cNvPr id="12" name="Parallelogram 3">
              <a:extLst>
                <a:ext uri="{FF2B5EF4-FFF2-40B4-BE49-F238E27FC236}">
                  <a16:creationId xmlns:a16="http://schemas.microsoft.com/office/drawing/2014/main" id="{E7A65386-E687-4B2A-AC82-5A18555CFA92}"/>
                </a:ext>
                <a:ext uri="{C183D7F6-B498-43B3-948B-1728B52AA6E4}">
                  <adec:decorative xmlns:adec="http://schemas.microsoft.com/office/drawing/2017/decorative" val="1"/>
                </a:ext>
              </a:extLst>
            </p:cNvPr>
            <p:cNvSpPr/>
            <p:nvPr userDrawn="1"/>
          </p:nvSpPr>
          <p:spPr>
            <a:xfrm>
              <a:off x="-9098" y="3444238"/>
              <a:ext cx="108813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831850" y="4019550"/>
            <a:ext cx="10515600" cy="1171575"/>
          </a:xfrm>
        </p:spPr>
        <p:txBody>
          <a:bodyPr anchor="b">
            <a:noAutofit/>
          </a:bodyPr>
          <a:lstStyle>
            <a:lvl1pPr>
              <a:defRPr sz="4800">
                <a:solidFill>
                  <a:schemeClr val="bg1"/>
                </a:solidFill>
              </a:defRPr>
            </a:lvl1pPr>
          </a:lstStyle>
          <a:p>
            <a:r>
              <a:rPr lang="en-US"/>
              <a:t>Click to Enter Section Title</a:t>
            </a:r>
          </a:p>
        </p:txBody>
      </p:sp>
      <p:sp>
        <p:nvSpPr>
          <p:cNvPr id="3" name="Sub title">
            <a:extLst>
              <a:ext uri="{FF2B5EF4-FFF2-40B4-BE49-F238E27FC236}">
                <a16:creationId xmlns:a16="http://schemas.microsoft.com/office/drawing/2014/main" id="{CE9B5D76-AE66-4469-9D16-9B138265C410}"/>
              </a:ext>
            </a:extLst>
          </p:cNvPr>
          <p:cNvSpPr>
            <a:spLocks noGrp="1"/>
          </p:cNvSpPr>
          <p:nvPr>
            <p:ph type="body" idx="1" hasCustomPrompt="1"/>
          </p:nvPr>
        </p:nvSpPr>
        <p:spPr>
          <a:xfrm>
            <a:off x="831850" y="5218114"/>
            <a:ext cx="9379231" cy="506412"/>
          </a:xfrm>
        </p:spPr>
        <p:txBody>
          <a:bodyPr>
            <a:noAutofit/>
          </a:bodyPr>
          <a:lstStyle>
            <a:lvl1pPr marL="0" indent="0">
              <a:buNone/>
              <a:defRPr sz="24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enter section subtitle</a:t>
            </a:r>
          </a:p>
        </p:txBody>
      </p:sp>
      <p:pic>
        <p:nvPicPr>
          <p:cNvPr id="19" name="DOT logo" descr="US DOT logo. ">
            <a:extLst>
              <a:ext uri="{FF2B5EF4-FFF2-40B4-BE49-F238E27FC236}">
                <a16:creationId xmlns:a16="http://schemas.microsoft.com/office/drawing/2014/main" id="{9C8AE4B2-DEDC-4E4F-A76F-5C69E2DDBA4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445412" y="5629477"/>
            <a:ext cx="1456835" cy="578450"/>
          </a:xfrm>
          <a:prstGeom prst="rect">
            <a:avLst/>
          </a:prstGeom>
        </p:spPr>
      </p:pic>
      <p:pic>
        <p:nvPicPr>
          <p:cNvPr id="18" name="TFHRC Logo" descr="Turner-Fairbank Highway Research Center logo. ">
            <a:extLst>
              <a:ext uri="{FF2B5EF4-FFF2-40B4-BE49-F238E27FC236}">
                <a16:creationId xmlns:a16="http://schemas.microsoft.com/office/drawing/2014/main" id="{A39298F2-AD59-427A-9F67-978C223941D2}"/>
              </a:ext>
            </a:extLst>
          </p:cNvPr>
          <p:cNvPicPr>
            <a:picLocks noChangeAspect="1"/>
          </p:cNvPicPr>
          <p:nvPr userDrawn="1"/>
        </p:nvPicPr>
        <p:blipFill rotWithShape="1">
          <a:blip r:embed="rId5" cstate="screen">
            <a:extLst>
              <a:ext uri="{28A0092B-C50C-407E-A947-70E740481C1C}">
                <a14:useLocalDpi xmlns:a14="http://schemas.microsoft.com/office/drawing/2010/main" val="0"/>
              </a:ext>
            </a:extLst>
          </a:blip>
          <a:srcRect l="-11725" r="-11725"/>
          <a:stretch/>
        </p:blipFill>
        <p:spPr>
          <a:xfrm>
            <a:off x="10211081" y="6280247"/>
            <a:ext cx="1920240" cy="396982"/>
          </a:xfrm>
          <a:prstGeom prst="rect">
            <a:avLst/>
          </a:prstGeom>
        </p:spPr>
      </p:pic>
    </p:spTree>
    <p:extLst>
      <p:ext uri="{BB962C8B-B14F-4D97-AF65-F5344CB8AC3E}">
        <p14:creationId xmlns:p14="http://schemas.microsoft.com/office/powerpoint/2010/main" val="717321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lide - Static Image">
    <p:spTree>
      <p:nvGrpSpPr>
        <p:cNvPr id="1" name=""/>
        <p:cNvGrpSpPr/>
        <p:nvPr/>
      </p:nvGrpSpPr>
      <p:grpSpPr>
        <a:xfrm>
          <a:off x="0" y="0"/>
          <a:ext cx="0" cy="0"/>
          <a:chOff x="0" y="0"/>
          <a:chExt cx="0" cy="0"/>
        </a:xfrm>
      </p:grpSpPr>
      <p:sp>
        <p:nvSpPr>
          <p:cNvPr id="11" name="Background">
            <a:extLst>
              <a:ext uri="{FF2B5EF4-FFF2-40B4-BE49-F238E27FC236}">
                <a16:creationId xmlns:a16="http://schemas.microsoft.com/office/drawing/2014/main" id="{869CDF21-6DC9-458E-93F8-9D84DD7CD65E}"/>
              </a:ext>
              <a:ext uri="{C183D7F6-B498-43B3-948B-1728B52AA6E4}">
                <adec:decorative xmlns:adec="http://schemas.microsoft.com/office/drawing/2017/decorative" val="1"/>
              </a:ext>
            </a:extLst>
          </p:cNvPr>
          <p:cNvSpPr/>
          <p:nvPr userDrawn="1"/>
        </p:nvSpPr>
        <p:spPr>
          <a:xfrm>
            <a:off x="0" y="9525"/>
            <a:ext cx="12192000" cy="6848475"/>
          </a:xfrm>
          <a:prstGeom prst="rect">
            <a:avLst/>
          </a:prstGeom>
          <a:solidFill>
            <a:srgbClr val="1D3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Placeholder 10" descr="Various icons representing highway research and technology overlay a blurred street and traffic background. ">
            <a:extLst>
              <a:ext uri="{FF2B5EF4-FFF2-40B4-BE49-F238E27FC236}">
                <a16:creationId xmlns:a16="http://schemas.microsoft.com/office/drawing/2014/main" id="{F4BF55A3-4D20-4623-8615-64353D46D0FC}"/>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3457574"/>
          </a:xfrm>
          <a:prstGeom prst="rect">
            <a:avLst/>
          </a:prstGeom>
        </p:spPr>
      </p:pic>
      <p:sp>
        <p:nvSpPr>
          <p:cNvPr id="14" name="Source">
            <a:extLst>
              <a:ext uri="{FF2B5EF4-FFF2-40B4-BE49-F238E27FC236}">
                <a16:creationId xmlns:a16="http://schemas.microsoft.com/office/drawing/2014/main" id="{0CB24D6A-0F5D-4693-B271-3BE20D1BC03C}"/>
              </a:ext>
            </a:extLst>
          </p:cNvPr>
          <p:cNvSpPr txBox="1"/>
          <p:nvPr userDrawn="1"/>
        </p:nvSpPr>
        <p:spPr>
          <a:xfrm>
            <a:off x="9553667" y="3540253"/>
            <a:ext cx="2355012"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i="1">
                <a:solidFill>
                  <a:schemeClr val="bg1"/>
                </a:solidFill>
              </a:rPr>
              <a:t>© 2015 </a:t>
            </a:r>
            <a:r>
              <a:rPr lang="en-US" sz="900" i="1" err="1">
                <a:solidFill>
                  <a:schemeClr val="bg1"/>
                </a:solidFill>
              </a:rPr>
              <a:t>USchools</a:t>
            </a:r>
            <a:r>
              <a:rPr lang="en-US" sz="900" i="1">
                <a:solidFill>
                  <a:schemeClr val="bg1"/>
                </a:solidFill>
              </a:rPr>
              <a:t> / iStock.</a:t>
            </a:r>
          </a:p>
        </p:txBody>
      </p:sp>
      <p:grpSp>
        <p:nvGrpSpPr>
          <p:cNvPr id="19" name="Group 18">
            <a:extLst>
              <a:ext uri="{FF2B5EF4-FFF2-40B4-BE49-F238E27FC236}">
                <a16:creationId xmlns:a16="http://schemas.microsoft.com/office/drawing/2014/main" id="{E22A044D-701D-4FFD-A683-DA6D5842D816}"/>
              </a:ext>
              <a:ext uri="{C183D7F6-B498-43B3-948B-1728B52AA6E4}">
                <adec:decorative xmlns:adec="http://schemas.microsoft.com/office/drawing/2017/decorative" val="1"/>
              </a:ext>
            </a:extLst>
          </p:cNvPr>
          <p:cNvGrpSpPr/>
          <p:nvPr userDrawn="1"/>
        </p:nvGrpSpPr>
        <p:grpSpPr>
          <a:xfrm>
            <a:off x="-9098" y="3444238"/>
            <a:ext cx="12210196" cy="64008"/>
            <a:chOff x="-9098" y="3444238"/>
            <a:chExt cx="12210196" cy="64008"/>
          </a:xfrm>
        </p:grpSpPr>
        <p:pic>
          <p:nvPicPr>
            <p:cNvPr id="17" name="Graphic 16">
              <a:extLst>
                <a:ext uri="{FF2B5EF4-FFF2-40B4-BE49-F238E27FC236}">
                  <a16:creationId xmlns:a16="http://schemas.microsoft.com/office/drawing/2014/main" id="{6DB8DE3B-2632-4CE3-9393-D59B93CE8C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84946" y="3444238"/>
              <a:ext cx="1216152" cy="64008"/>
            </a:xfrm>
            <a:prstGeom prst="rect">
              <a:avLst/>
            </a:prstGeom>
          </p:spPr>
        </p:pic>
        <p:sp>
          <p:nvSpPr>
            <p:cNvPr id="18" name="Parallelogram 3">
              <a:extLst>
                <a:ext uri="{FF2B5EF4-FFF2-40B4-BE49-F238E27FC236}">
                  <a16:creationId xmlns:a16="http://schemas.microsoft.com/office/drawing/2014/main" id="{31A68102-916A-4FAB-B5D6-E1B105A342B8}"/>
                </a:ext>
              </a:extLst>
            </p:cNvPr>
            <p:cNvSpPr/>
            <p:nvPr userDrawn="1"/>
          </p:nvSpPr>
          <p:spPr>
            <a:xfrm>
              <a:off x="-9098" y="3444238"/>
              <a:ext cx="108813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831850" y="4019550"/>
            <a:ext cx="10515600" cy="1171575"/>
          </a:xfrm>
        </p:spPr>
        <p:txBody>
          <a:bodyPr anchor="b">
            <a:noAutofit/>
          </a:bodyPr>
          <a:lstStyle>
            <a:lvl1pPr>
              <a:defRPr sz="4800">
                <a:solidFill>
                  <a:schemeClr val="bg1"/>
                </a:solidFill>
              </a:defRPr>
            </a:lvl1pPr>
          </a:lstStyle>
          <a:p>
            <a:r>
              <a:rPr lang="en-US"/>
              <a:t>Click to Enter Section Title</a:t>
            </a:r>
          </a:p>
        </p:txBody>
      </p:sp>
      <p:sp>
        <p:nvSpPr>
          <p:cNvPr id="3" name="Subtitle">
            <a:extLst>
              <a:ext uri="{FF2B5EF4-FFF2-40B4-BE49-F238E27FC236}">
                <a16:creationId xmlns:a16="http://schemas.microsoft.com/office/drawing/2014/main" id="{CE9B5D76-AE66-4469-9D16-9B138265C410}"/>
              </a:ext>
            </a:extLst>
          </p:cNvPr>
          <p:cNvSpPr>
            <a:spLocks noGrp="1"/>
          </p:cNvSpPr>
          <p:nvPr>
            <p:ph type="body" idx="1" hasCustomPrompt="1"/>
          </p:nvPr>
        </p:nvSpPr>
        <p:spPr>
          <a:xfrm>
            <a:off x="831850" y="5218114"/>
            <a:ext cx="9476716" cy="506412"/>
          </a:xfrm>
        </p:spPr>
        <p:txBody>
          <a:bodyPr>
            <a:noAutofit/>
          </a:bodyPr>
          <a:lstStyle>
            <a:lvl1pPr marL="0" indent="0">
              <a:buNone/>
              <a:defRPr sz="24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enter section subtitle</a:t>
            </a:r>
          </a:p>
        </p:txBody>
      </p:sp>
      <p:pic>
        <p:nvPicPr>
          <p:cNvPr id="21" name="DOT logo" descr="US DOT logo. ">
            <a:extLst>
              <a:ext uri="{FF2B5EF4-FFF2-40B4-BE49-F238E27FC236}">
                <a16:creationId xmlns:a16="http://schemas.microsoft.com/office/drawing/2014/main" id="{9E3CFB4B-9F11-4D08-AF02-7949DD0B9BE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445412" y="5629477"/>
            <a:ext cx="1456835" cy="578450"/>
          </a:xfrm>
          <a:prstGeom prst="rect">
            <a:avLst/>
          </a:prstGeom>
        </p:spPr>
      </p:pic>
      <p:pic>
        <p:nvPicPr>
          <p:cNvPr id="22" name="TFHRC Logo" descr="Turner-Fairbank Highway Research Center logo. ">
            <a:extLst>
              <a:ext uri="{FF2B5EF4-FFF2-40B4-BE49-F238E27FC236}">
                <a16:creationId xmlns:a16="http://schemas.microsoft.com/office/drawing/2014/main" id="{607033CE-B4C9-486E-96CD-624D84F64E43}"/>
              </a:ext>
            </a:extLst>
          </p:cNvPr>
          <p:cNvPicPr>
            <a:picLocks noChangeAspect="1"/>
          </p:cNvPicPr>
          <p:nvPr userDrawn="1"/>
        </p:nvPicPr>
        <p:blipFill rotWithShape="1">
          <a:blip r:embed="rId6" cstate="screen">
            <a:extLst>
              <a:ext uri="{28A0092B-C50C-407E-A947-70E740481C1C}">
                <a14:useLocalDpi xmlns:a14="http://schemas.microsoft.com/office/drawing/2010/main" val="0"/>
              </a:ext>
            </a:extLst>
          </a:blip>
          <a:srcRect l="-11725" r="-11725"/>
          <a:stretch/>
        </p:blipFill>
        <p:spPr>
          <a:xfrm>
            <a:off x="10211081" y="6280247"/>
            <a:ext cx="1920240" cy="396982"/>
          </a:xfrm>
          <a:prstGeom prst="rect">
            <a:avLst/>
          </a:prstGeom>
        </p:spPr>
      </p:pic>
    </p:spTree>
    <p:extLst>
      <p:ext uri="{BB962C8B-B14F-4D97-AF65-F5344CB8AC3E}">
        <p14:creationId xmlns:p14="http://schemas.microsoft.com/office/powerpoint/2010/main" val="1539077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71F1-B7E8-4777-AAEE-A59D6CFF9503}"/>
              </a:ext>
            </a:extLst>
          </p:cNvPr>
          <p:cNvSpPr>
            <a:spLocks noGrp="1"/>
          </p:cNvSpPr>
          <p:nvPr>
            <p:ph type="title"/>
          </p:nvPr>
        </p:nvSpPr>
        <p:spPr>
          <a:xfrm>
            <a:off x="838200" y="669924"/>
            <a:ext cx="10515600" cy="1020764"/>
          </a:xfrm>
        </p:spPr>
        <p:txBody>
          <a:bodyPr/>
          <a:lstStyle>
            <a:lvl1pPr>
              <a:defRPr>
                <a:solidFill>
                  <a:srgbClr val="1D3B6B"/>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109766E-A471-4A34-AFF6-A8CF70BE7A03}"/>
              </a:ext>
            </a:extLst>
          </p:cNvPr>
          <p:cNvSpPr>
            <a:spLocks noGrp="1"/>
          </p:cNvSpPr>
          <p:nvPr>
            <p:ph idx="1"/>
          </p:nvPr>
        </p:nvSpPr>
        <p:spPr>
          <a:xfrm>
            <a:off x="838200" y="1825625"/>
            <a:ext cx="10515600" cy="4269167"/>
          </a:xfrm>
        </p:spPr>
        <p:txBody>
          <a:bodyPr/>
          <a:lstStyle>
            <a:lvl1pPr marL="404813" indent="-404813">
              <a:spcBef>
                <a:spcPts val="1800"/>
              </a:spcBef>
              <a:buClr>
                <a:schemeClr val="bg2"/>
              </a:buClr>
              <a:tabLst/>
              <a:defRPr>
                <a:latin typeface="Arial" panose="020B0604020202020204" pitchFamily="34" charset="0"/>
                <a:cs typeface="Arial" panose="020B0604020202020204" pitchFamily="34" charset="0"/>
              </a:defRPr>
            </a:lvl1pPr>
            <a:lvl2pPr marL="744538" indent="-287338">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 13">
            <a:extLst>
              <a:ext uri="{FF2B5EF4-FFF2-40B4-BE49-F238E27FC236}">
                <a16:creationId xmlns:a16="http://schemas.microsoft.com/office/drawing/2014/main" id="{55F45FB2-17F1-4C4B-9F96-B092E24E334E}"/>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15" name="Graphic 14">
              <a:extLst>
                <a:ext uri="{FF2B5EF4-FFF2-40B4-BE49-F238E27FC236}">
                  <a16:creationId xmlns:a16="http://schemas.microsoft.com/office/drawing/2014/main" id="{F68D98FD-69CD-4C08-9A82-97B84D2A45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17" name="Parallelogram 3">
              <a:extLst>
                <a:ext uri="{FF2B5EF4-FFF2-40B4-BE49-F238E27FC236}">
                  <a16:creationId xmlns:a16="http://schemas.microsoft.com/office/drawing/2014/main" id="{BE14F5D6-F265-467D-983D-C9E491936F96}"/>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U.S. Department of Transportation, Federal Highway Administration logo. ">
            <a:extLst>
              <a:ext uri="{FF2B5EF4-FFF2-40B4-BE49-F238E27FC236}">
                <a16:creationId xmlns:a16="http://schemas.microsoft.com/office/drawing/2014/main" id="{60BB3863-DF3D-4967-B18A-9F77F34DA46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pic>
        <p:nvPicPr>
          <p:cNvPr id="5" name="Picture 4" descr="Turner-Fairbank Highway Research Center logo. ">
            <a:extLst>
              <a:ext uri="{FF2B5EF4-FFF2-40B4-BE49-F238E27FC236}">
                <a16:creationId xmlns:a16="http://schemas.microsoft.com/office/drawing/2014/main" id="{1CA51C3F-10B2-4950-91A5-BF811686301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97374" y="6493561"/>
            <a:ext cx="1188720" cy="253594"/>
          </a:xfrm>
          <a:prstGeom prst="rect">
            <a:avLst/>
          </a:prstGeom>
        </p:spPr>
      </p:pic>
      <p:sp>
        <p:nvSpPr>
          <p:cNvPr id="10" name="Slide Number Placeholder 5">
            <a:extLst>
              <a:ext uri="{FF2B5EF4-FFF2-40B4-BE49-F238E27FC236}">
                <a16:creationId xmlns:a16="http://schemas.microsoft.com/office/drawing/2014/main" id="{D455D0F4-BBAC-42EB-BE77-EEA091D0386E}"/>
              </a:ext>
            </a:extLst>
          </p:cNvPr>
          <p:cNvSpPr>
            <a:spLocks noGrp="1"/>
          </p:cNvSpPr>
          <p:nvPr>
            <p:ph type="sldNum" sz="quarter" idx="4"/>
          </p:nvPr>
        </p:nvSpPr>
        <p:spPr>
          <a:xfrm>
            <a:off x="11145290" y="6095064"/>
            <a:ext cx="771525" cy="234234"/>
          </a:xfrm>
          <a:prstGeom prst="rect">
            <a:avLst/>
          </a:prstGeom>
        </p:spPr>
        <p:txBody>
          <a:bodyPr vert="horz" lIns="91440" tIns="45720" rIns="91440" bIns="45720" rtlCol="0" anchor="ctr"/>
          <a:lstStyle>
            <a:lvl1pPr algn="r">
              <a:defRPr sz="1200">
                <a:solidFill>
                  <a:srgbClr val="757575"/>
                </a:solidFill>
              </a:defRPr>
            </a:lvl1pPr>
          </a:lstStyle>
          <a:p>
            <a:fld id="{29691912-3321-4F2D-A980-9CA5FE309265}" type="slidenum">
              <a:rPr lang="en-US" smtClean="0"/>
              <a:pPr/>
              <a:t>‹#›</a:t>
            </a:fld>
            <a:endParaRPr lang="en-US"/>
          </a:p>
        </p:txBody>
      </p:sp>
    </p:spTree>
    <p:extLst>
      <p:ext uri="{BB962C8B-B14F-4D97-AF65-F5344CB8AC3E}">
        <p14:creationId xmlns:p14="http://schemas.microsoft.com/office/powerpoint/2010/main" val="3502589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71F1-B7E8-4777-AAEE-A59D6CFF9503}"/>
              </a:ext>
            </a:extLst>
          </p:cNvPr>
          <p:cNvSpPr>
            <a:spLocks noGrp="1"/>
          </p:cNvSpPr>
          <p:nvPr>
            <p:ph type="title"/>
          </p:nvPr>
        </p:nvSpPr>
        <p:spPr>
          <a:xfrm>
            <a:off x="838200" y="669924"/>
            <a:ext cx="10515600" cy="1020764"/>
          </a:xfrm>
        </p:spPr>
        <p:txBody>
          <a:bodyPr/>
          <a:lstStyle>
            <a:lvl1pPr>
              <a:defRPr>
                <a:solidFill>
                  <a:srgbClr val="1D3B6B"/>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109766E-A471-4A34-AFF6-A8CF70BE7A03}"/>
              </a:ext>
            </a:extLst>
          </p:cNvPr>
          <p:cNvSpPr>
            <a:spLocks noGrp="1"/>
          </p:cNvSpPr>
          <p:nvPr>
            <p:ph idx="1"/>
          </p:nvPr>
        </p:nvSpPr>
        <p:spPr>
          <a:xfrm>
            <a:off x="838200" y="1825625"/>
            <a:ext cx="5120640" cy="4269167"/>
          </a:xfrm>
        </p:spPr>
        <p:txBody>
          <a:bodyPr/>
          <a:lstStyle>
            <a:lvl1pPr marL="404813" indent="-404813">
              <a:spcBef>
                <a:spcPts val="1800"/>
              </a:spcBef>
              <a:buClr>
                <a:schemeClr val="bg2"/>
              </a:buClr>
              <a:tabLst/>
              <a:defRPr>
                <a:latin typeface="Arial" panose="020B0604020202020204" pitchFamily="34" charset="0"/>
                <a:cs typeface="Arial" panose="020B0604020202020204" pitchFamily="34" charset="0"/>
              </a:defRPr>
            </a:lvl1pPr>
            <a:lvl2pPr marL="744538" indent="-287338">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71E50AFB-462C-4391-AC4A-E00A48F16300}"/>
              </a:ext>
            </a:extLst>
          </p:cNvPr>
          <p:cNvSpPr>
            <a:spLocks noGrp="1"/>
          </p:cNvSpPr>
          <p:nvPr>
            <p:ph idx="10"/>
          </p:nvPr>
        </p:nvSpPr>
        <p:spPr>
          <a:xfrm>
            <a:off x="6233160" y="1825624"/>
            <a:ext cx="5120640" cy="4269167"/>
          </a:xfrm>
        </p:spPr>
        <p:txBody>
          <a:bodyPr/>
          <a:lstStyle>
            <a:lvl1pPr marL="404813" indent="-404813">
              <a:spcBef>
                <a:spcPts val="1800"/>
              </a:spcBef>
              <a:buClr>
                <a:schemeClr val="bg2"/>
              </a:buClr>
              <a:tabLst/>
              <a:defRPr>
                <a:latin typeface="Arial" panose="020B0604020202020204" pitchFamily="34" charset="0"/>
                <a:cs typeface="Arial" panose="020B0604020202020204" pitchFamily="34" charset="0"/>
              </a:defRPr>
            </a:lvl1pPr>
            <a:lvl2pPr marL="744538" indent="-287338">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4" name="Group 13">
            <a:extLst>
              <a:ext uri="{FF2B5EF4-FFF2-40B4-BE49-F238E27FC236}">
                <a16:creationId xmlns:a16="http://schemas.microsoft.com/office/drawing/2014/main" id="{55F45FB2-17F1-4C4B-9F96-B092E24E334E}"/>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15" name="Graphic 14">
              <a:extLst>
                <a:ext uri="{FF2B5EF4-FFF2-40B4-BE49-F238E27FC236}">
                  <a16:creationId xmlns:a16="http://schemas.microsoft.com/office/drawing/2014/main" id="{F68D98FD-69CD-4C08-9A82-97B84D2A45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17" name="Parallelogram 3">
              <a:extLst>
                <a:ext uri="{FF2B5EF4-FFF2-40B4-BE49-F238E27FC236}">
                  <a16:creationId xmlns:a16="http://schemas.microsoft.com/office/drawing/2014/main" id="{BE14F5D6-F265-467D-983D-C9E491936F96}"/>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U.S. Department of Transportation, Federal Highway Administration logo. ">
            <a:extLst>
              <a:ext uri="{FF2B5EF4-FFF2-40B4-BE49-F238E27FC236}">
                <a16:creationId xmlns:a16="http://schemas.microsoft.com/office/drawing/2014/main" id="{60BB3863-DF3D-4967-B18A-9F77F34DA46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pic>
        <p:nvPicPr>
          <p:cNvPr id="5" name="Picture 4" descr="Turner-Fairbank Highway Research Center logo. ">
            <a:extLst>
              <a:ext uri="{FF2B5EF4-FFF2-40B4-BE49-F238E27FC236}">
                <a16:creationId xmlns:a16="http://schemas.microsoft.com/office/drawing/2014/main" id="{1CA51C3F-10B2-4950-91A5-BF811686301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97374" y="6493561"/>
            <a:ext cx="1188720" cy="253594"/>
          </a:xfrm>
          <a:prstGeom prst="rect">
            <a:avLst/>
          </a:prstGeom>
        </p:spPr>
      </p:pic>
      <p:sp>
        <p:nvSpPr>
          <p:cNvPr id="10" name="Slide Number Placeholder 5">
            <a:extLst>
              <a:ext uri="{FF2B5EF4-FFF2-40B4-BE49-F238E27FC236}">
                <a16:creationId xmlns:a16="http://schemas.microsoft.com/office/drawing/2014/main" id="{D455D0F4-BBAC-42EB-BE77-EEA091D0386E}"/>
              </a:ext>
            </a:extLst>
          </p:cNvPr>
          <p:cNvSpPr>
            <a:spLocks noGrp="1"/>
          </p:cNvSpPr>
          <p:nvPr>
            <p:ph type="sldNum" sz="quarter" idx="4"/>
          </p:nvPr>
        </p:nvSpPr>
        <p:spPr>
          <a:xfrm>
            <a:off x="11145290" y="6095064"/>
            <a:ext cx="771525" cy="234234"/>
          </a:xfrm>
          <a:prstGeom prst="rect">
            <a:avLst/>
          </a:prstGeom>
        </p:spPr>
        <p:txBody>
          <a:bodyPr vert="horz" lIns="91440" tIns="45720" rIns="91440" bIns="45720" rtlCol="0" anchor="ctr"/>
          <a:lstStyle>
            <a:lvl1pPr algn="r">
              <a:defRPr sz="1200">
                <a:solidFill>
                  <a:srgbClr val="757575"/>
                </a:solidFill>
              </a:defRPr>
            </a:lvl1pPr>
          </a:lstStyle>
          <a:p>
            <a:fld id="{29691912-3321-4F2D-A980-9CA5FE309265}" type="slidenum">
              <a:rPr lang="en-US" smtClean="0"/>
              <a:pPr/>
              <a:t>‹#›</a:t>
            </a:fld>
            <a:endParaRPr lang="en-US"/>
          </a:p>
        </p:txBody>
      </p:sp>
    </p:spTree>
    <p:extLst>
      <p:ext uri="{BB962C8B-B14F-4D97-AF65-F5344CB8AC3E}">
        <p14:creationId xmlns:p14="http://schemas.microsoft.com/office/powerpoint/2010/main" val="3753881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Conten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71F1-B7E8-4777-AAEE-A59D6CFF9503}"/>
              </a:ext>
            </a:extLst>
          </p:cNvPr>
          <p:cNvSpPr>
            <a:spLocks noGrp="1"/>
          </p:cNvSpPr>
          <p:nvPr>
            <p:ph type="title"/>
          </p:nvPr>
        </p:nvSpPr>
        <p:spPr>
          <a:xfrm>
            <a:off x="838200" y="669924"/>
            <a:ext cx="5764619" cy="1020764"/>
          </a:xfrm>
        </p:spPr>
        <p:txBody>
          <a:bodyPr/>
          <a:lstStyle>
            <a:lvl1pPr>
              <a:defRPr>
                <a:solidFill>
                  <a:srgbClr val="1D3B6B"/>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109766E-A471-4A34-AFF6-A8CF70BE7A03}"/>
              </a:ext>
            </a:extLst>
          </p:cNvPr>
          <p:cNvSpPr>
            <a:spLocks noGrp="1"/>
          </p:cNvSpPr>
          <p:nvPr>
            <p:ph idx="1"/>
          </p:nvPr>
        </p:nvSpPr>
        <p:spPr>
          <a:xfrm>
            <a:off x="838200" y="1825625"/>
            <a:ext cx="5764619" cy="3927903"/>
          </a:xfrm>
        </p:spPr>
        <p:txBody>
          <a:bodyPr/>
          <a:lstStyle>
            <a:lvl1pPr marL="404813" indent="-404813">
              <a:spcBef>
                <a:spcPts val="1800"/>
              </a:spcBef>
              <a:buClr>
                <a:schemeClr val="bg2"/>
              </a:buClr>
              <a:tabLst/>
              <a:defRPr>
                <a:latin typeface="Arial" panose="020B0604020202020204" pitchFamily="34" charset="0"/>
                <a:cs typeface="Arial" panose="020B0604020202020204" pitchFamily="34" charset="0"/>
              </a:defRPr>
            </a:lvl1pPr>
            <a:lvl2pPr marL="744538" indent="-287338">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15FBE4F-15E8-464B-AB50-D7E69333BCA9}"/>
              </a:ext>
            </a:extLst>
          </p:cNvPr>
          <p:cNvSpPr>
            <a:spLocks noGrp="1"/>
          </p:cNvSpPr>
          <p:nvPr>
            <p:ph type="pic" sz="quarter" idx="10"/>
          </p:nvPr>
        </p:nvSpPr>
        <p:spPr>
          <a:xfrm>
            <a:off x="7113588" y="0"/>
            <a:ext cx="5078412" cy="6858000"/>
          </a:xfrm>
        </p:spPr>
        <p:txBody>
          <a:bodyPr/>
          <a:lstStyle/>
          <a:p>
            <a:r>
              <a:rPr lang="en-US"/>
              <a:t>Click icon to add picture</a:t>
            </a:r>
          </a:p>
        </p:txBody>
      </p:sp>
      <p:grpSp>
        <p:nvGrpSpPr>
          <p:cNvPr id="4" name="Group 3">
            <a:extLst>
              <a:ext uri="{FF2B5EF4-FFF2-40B4-BE49-F238E27FC236}">
                <a16:creationId xmlns:a16="http://schemas.microsoft.com/office/drawing/2014/main" id="{94A98486-E1B0-4305-B9B4-25E03A70B78A}"/>
              </a:ext>
              <a:ext uri="{C183D7F6-B498-43B3-948B-1728B52AA6E4}">
                <adec:decorative xmlns:adec="http://schemas.microsoft.com/office/drawing/2017/decorative" val="1"/>
              </a:ext>
            </a:extLst>
          </p:cNvPr>
          <p:cNvGrpSpPr/>
          <p:nvPr userDrawn="1"/>
        </p:nvGrpSpPr>
        <p:grpSpPr>
          <a:xfrm>
            <a:off x="-10274" y="6188682"/>
            <a:ext cx="7041241" cy="48895"/>
            <a:chOff x="-10274" y="6274942"/>
            <a:chExt cx="7041241" cy="48895"/>
          </a:xfrm>
        </p:grpSpPr>
        <p:pic>
          <p:nvPicPr>
            <p:cNvPr id="11" name="Graphic 10">
              <a:extLst>
                <a:ext uri="{FF2B5EF4-FFF2-40B4-BE49-F238E27FC236}">
                  <a16:creationId xmlns:a16="http://schemas.microsoft.com/office/drawing/2014/main" id="{007BB11B-2D74-471A-8BF7-E734C846336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162287" y="6278117"/>
              <a:ext cx="868680" cy="45720"/>
            </a:xfrm>
            <a:prstGeom prst="rect">
              <a:avLst/>
            </a:prstGeom>
          </p:spPr>
        </p:pic>
        <p:sp>
          <p:nvSpPr>
            <p:cNvPr id="14" name="Parallelogram 3">
              <a:extLst>
                <a:ext uri="{FF2B5EF4-FFF2-40B4-BE49-F238E27FC236}">
                  <a16:creationId xmlns:a16="http://schemas.microsoft.com/office/drawing/2014/main" id="{8160CE01-D327-4C2F-9E26-0CF03FACE2BB}"/>
                </a:ext>
              </a:extLst>
            </p:cNvPr>
            <p:cNvSpPr/>
            <p:nvPr userDrawn="1"/>
          </p:nvSpPr>
          <p:spPr>
            <a:xfrm>
              <a:off x="-10274" y="6274942"/>
              <a:ext cx="621792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 Placeholder 7">
            <a:extLst>
              <a:ext uri="{FF2B5EF4-FFF2-40B4-BE49-F238E27FC236}">
                <a16:creationId xmlns:a16="http://schemas.microsoft.com/office/drawing/2014/main" id="{3BC72A6C-29AB-4ACB-90A2-F0DA2D495F8C}"/>
              </a:ext>
            </a:extLst>
          </p:cNvPr>
          <p:cNvSpPr>
            <a:spLocks noGrp="1"/>
          </p:cNvSpPr>
          <p:nvPr>
            <p:ph type="body" sz="quarter" idx="12" hasCustomPrompt="1"/>
          </p:nvPr>
        </p:nvSpPr>
        <p:spPr>
          <a:xfrm>
            <a:off x="4515289" y="6503987"/>
            <a:ext cx="2515678" cy="233362"/>
          </a:xfrm>
        </p:spPr>
        <p:txBody>
          <a:bodyPr>
            <a:noAutofit/>
          </a:bodyPr>
          <a:lstStyle>
            <a:lvl1pPr marL="0" indent="0" algn="r">
              <a:buNone/>
              <a:defRPr sz="900" i="1">
                <a:solidFill>
                  <a:srgbClr val="757575"/>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pic>
        <p:nvPicPr>
          <p:cNvPr id="16" name="Picture 15" descr="U.S. Department of Transportation, Federal Highway Administration logo. ">
            <a:extLst>
              <a:ext uri="{FF2B5EF4-FFF2-40B4-BE49-F238E27FC236}">
                <a16:creationId xmlns:a16="http://schemas.microsoft.com/office/drawing/2014/main" id="{157E5C2F-4DB7-4E49-A8A2-2B74386A34E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pic>
        <p:nvPicPr>
          <p:cNvPr id="13" name="Picture 12" descr="Turner-Fairbank Highway Research Center logo. ">
            <a:extLst>
              <a:ext uri="{FF2B5EF4-FFF2-40B4-BE49-F238E27FC236}">
                <a16:creationId xmlns:a16="http://schemas.microsoft.com/office/drawing/2014/main" id="{1B28706E-B921-4136-9FC4-0D58C6CE102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97374" y="6493561"/>
            <a:ext cx="1188720" cy="253594"/>
          </a:xfrm>
          <a:prstGeom prst="rect">
            <a:avLst/>
          </a:prstGeom>
        </p:spPr>
      </p:pic>
    </p:spTree>
    <p:extLst>
      <p:ext uri="{BB962C8B-B14F-4D97-AF65-F5344CB8AC3E}">
        <p14:creationId xmlns:p14="http://schemas.microsoft.com/office/powerpoint/2010/main" val="96399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62C4C-6A1A-4322-A39B-AC356DC5DE25}"/>
              </a:ext>
            </a:extLst>
          </p:cNvPr>
          <p:cNvSpPr>
            <a:spLocks noGrp="1"/>
          </p:cNvSpPr>
          <p:nvPr>
            <p:ph type="title"/>
          </p:nvPr>
        </p:nvSpPr>
        <p:spPr>
          <a:xfrm>
            <a:off x="839788" y="668337"/>
            <a:ext cx="10515600" cy="10223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2379B6-1E5F-46DA-8CE6-F79AFE936D50}"/>
              </a:ext>
            </a:extLst>
          </p:cNvPr>
          <p:cNvSpPr>
            <a:spLocks noGrp="1"/>
          </p:cNvSpPr>
          <p:nvPr>
            <p:ph type="body" idx="1"/>
          </p:nvPr>
        </p:nvSpPr>
        <p:spPr>
          <a:xfrm>
            <a:off x="839788" y="1690687"/>
            <a:ext cx="5157787" cy="814388"/>
          </a:xfrm>
        </p:spPr>
        <p:txBody>
          <a:bodyPr anchor="b"/>
          <a:lstStyle>
            <a:lvl1pPr marL="0" indent="0">
              <a:buNone/>
              <a:defRPr sz="24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C49734-0C3A-4F08-803A-7F32B1BD9C28}"/>
              </a:ext>
            </a:extLst>
          </p:cNvPr>
          <p:cNvSpPr>
            <a:spLocks noGrp="1"/>
          </p:cNvSpPr>
          <p:nvPr>
            <p:ph sz="half" idx="2"/>
          </p:nvPr>
        </p:nvSpPr>
        <p:spPr>
          <a:xfrm>
            <a:off x="839788" y="2505075"/>
            <a:ext cx="5157787" cy="3546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84062B-5555-4CC8-966F-2DB99223C090}"/>
              </a:ext>
            </a:extLst>
          </p:cNvPr>
          <p:cNvSpPr>
            <a:spLocks noGrp="1"/>
          </p:cNvSpPr>
          <p:nvPr>
            <p:ph type="body" sz="quarter" idx="3"/>
          </p:nvPr>
        </p:nvSpPr>
        <p:spPr>
          <a:xfrm>
            <a:off x="6172200" y="1690687"/>
            <a:ext cx="5183188" cy="814387"/>
          </a:xfrm>
        </p:spPr>
        <p:txBody>
          <a:bodyPr anchor="b"/>
          <a:lstStyle>
            <a:lvl1pPr marL="0" indent="0">
              <a:buNone/>
              <a:defRPr sz="24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6EC528-BC1B-4A5D-A0C9-42A99459F411}"/>
              </a:ext>
            </a:extLst>
          </p:cNvPr>
          <p:cNvSpPr>
            <a:spLocks noGrp="1"/>
          </p:cNvSpPr>
          <p:nvPr>
            <p:ph sz="quarter" idx="4"/>
          </p:nvPr>
        </p:nvSpPr>
        <p:spPr>
          <a:xfrm>
            <a:off x="6172200" y="2505075"/>
            <a:ext cx="5183188" cy="3546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5" name="Group 14">
            <a:extLst>
              <a:ext uri="{FF2B5EF4-FFF2-40B4-BE49-F238E27FC236}">
                <a16:creationId xmlns:a16="http://schemas.microsoft.com/office/drawing/2014/main" id="{36B6751F-EF6F-4B5D-93B9-E9D1D2EA4FFB}"/>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16" name="Graphic 15">
              <a:extLst>
                <a:ext uri="{FF2B5EF4-FFF2-40B4-BE49-F238E27FC236}">
                  <a16:creationId xmlns:a16="http://schemas.microsoft.com/office/drawing/2014/main" id="{D7BFAB4D-CEEC-4465-AD32-45F79FE4DEE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17" name="Parallelogram 3">
              <a:extLst>
                <a:ext uri="{FF2B5EF4-FFF2-40B4-BE49-F238E27FC236}">
                  <a16:creationId xmlns:a16="http://schemas.microsoft.com/office/drawing/2014/main" id="{46089181-DD66-4BB8-B949-87D064111A96}"/>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descr="U.S. Department of Transportation, Federal Highway Administration logo. ">
            <a:extLst>
              <a:ext uri="{FF2B5EF4-FFF2-40B4-BE49-F238E27FC236}">
                <a16:creationId xmlns:a16="http://schemas.microsoft.com/office/drawing/2014/main" id="{4BEEFDAE-1078-488D-BB2A-003EFA7B54B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pic>
        <p:nvPicPr>
          <p:cNvPr id="19" name="Picture 18" descr="Turner-Fairbank Highway Research Center logo. ">
            <a:extLst>
              <a:ext uri="{FF2B5EF4-FFF2-40B4-BE49-F238E27FC236}">
                <a16:creationId xmlns:a16="http://schemas.microsoft.com/office/drawing/2014/main" id="{EE4B0458-8F40-4D87-B7AE-168B89D9317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97374" y="6493561"/>
            <a:ext cx="1188720" cy="253594"/>
          </a:xfrm>
          <a:prstGeom prst="rect">
            <a:avLst/>
          </a:prstGeom>
        </p:spPr>
      </p:pic>
      <p:sp>
        <p:nvSpPr>
          <p:cNvPr id="18" name="Slide Number Placeholder 5">
            <a:extLst>
              <a:ext uri="{FF2B5EF4-FFF2-40B4-BE49-F238E27FC236}">
                <a16:creationId xmlns:a16="http://schemas.microsoft.com/office/drawing/2014/main" id="{4079D3D3-BA86-431C-ACF1-6A6A60AFC2A6}"/>
              </a:ext>
            </a:extLst>
          </p:cNvPr>
          <p:cNvSpPr>
            <a:spLocks noGrp="1"/>
          </p:cNvSpPr>
          <p:nvPr>
            <p:ph type="sldNum" sz="quarter" idx="10"/>
          </p:nvPr>
        </p:nvSpPr>
        <p:spPr>
          <a:xfrm>
            <a:off x="11145290" y="6095064"/>
            <a:ext cx="771525" cy="234234"/>
          </a:xfrm>
          <a:prstGeom prst="rect">
            <a:avLst/>
          </a:prstGeom>
        </p:spPr>
        <p:txBody>
          <a:bodyPr vert="horz" lIns="91440" tIns="45720" rIns="91440" bIns="45720" rtlCol="0" anchor="ctr"/>
          <a:lstStyle>
            <a:lvl1pPr algn="r">
              <a:defRPr sz="1200">
                <a:solidFill>
                  <a:srgbClr val="757575"/>
                </a:solidFill>
              </a:defRPr>
            </a:lvl1pPr>
          </a:lstStyle>
          <a:p>
            <a:fld id="{29691912-3321-4F2D-A980-9CA5FE309265}" type="slidenum">
              <a:rPr lang="en-US" smtClean="0"/>
              <a:pPr/>
              <a:t>‹#›</a:t>
            </a:fld>
            <a:endParaRPr lang="en-US"/>
          </a:p>
        </p:txBody>
      </p:sp>
    </p:spTree>
    <p:extLst>
      <p:ext uri="{BB962C8B-B14F-4D97-AF65-F5344CB8AC3E}">
        <p14:creationId xmlns:p14="http://schemas.microsoft.com/office/powerpoint/2010/main" val="2753781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enter photo">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0A2FC58D-6C3D-42B0-9A55-AC187DD20FF1}"/>
              </a:ext>
            </a:extLst>
          </p:cNvPr>
          <p:cNvSpPr>
            <a:spLocks noGrp="1"/>
          </p:cNvSpPr>
          <p:nvPr>
            <p:ph type="title"/>
          </p:nvPr>
        </p:nvSpPr>
        <p:spPr>
          <a:xfrm>
            <a:off x="345678" y="256178"/>
            <a:ext cx="3664347" cy="555969"/>
          </a:xfrm>
        </p:spPr>
        <p:txBody>
          <a:bodyPr>
            <a:noAutofit/>
          </a:bodyPr>
          <a:lstStyle>
            <a:lvl1pPr>
              <a:defRPr sz="2000"/>
            </a:lvl1pPr>
          </a:lstStyle>
          <a:p>
            <a:r>
              <a:rPr lang="en-US"/>
              <a:t>Click to edit Master title style</a:t>
            </a:r>
          </a:p>
        </p:txBody>
      </p:sp>
      <p:sp>
        <p:nvSpPr>
          <p:cNvPr id="3" name="Text Placeholder 2">
            <a:extLst>
              <a:ext uri="{FF2B5EF4-FFF2-40B4-BE49-F238E27FC236}">
                <a16:creationId xmlns:a16="http://schemas.microsoft.com/office/drawing/2014/main" id="{662379B6-1E5F-46DA-8CE6-F79AFE936D50}"/>
              </a:ext>
            </a:extLst>
          </p:cNvPr>
          <p:cNvSpPr>
            <a:spLocks noGrp="1"/>
          </p:cNvSpPr>
          <p:nvPr>
            <p:ph type="body" idx="1"/>
          </p:nvPr>
        </p:nvSpPr>
        <p:spPr>
          <a:xfrm>
            <a:off x="345678" y="1349945"/>
            <a:ext cx="3657600" cy="823912"/>
          </a:xfrm>
        </p:spPr>
        <p:txBody>
          <a:bodyPr anchor="b">
            <a:noAutofit/>
          </a:bodyPr>
          <a:lstStyle>
            <a:lvl1pPr marL="0" indent="0">
              <a:buNone/>
              <a:defRPr sz="2800" b="1">
                <a:solidFill>
                  <a:srgbClr val="1D3B6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C49734-0C3A-4F08-803A-7F32B1BD9C28}"/>
              </a:ext>
            </a:extLst>
          </p:cNvPr>
          <p:cNvSpPr>
            <a:spLocks noGrp="1"/>
          </p:cNvSpPr>
          <p:nvPr>
            <p:ph sz="half" idx="2"/>
          </p:nvPr>
        </p:nvSpPr>
        <p:spPr>
          <a:xfrm>
            <a:off x="345679" y="2173857"/>
            <a:ext cx="3657600" cy="361099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1418C83-BB26-4E11-93EC-A37F3E890750}"/>
              </a:ext>
            </a:extLst>
          </p:cNvPr>
          <p:cNvSpPr>
            <a:spLocks noGrp="1"/>
          </p:cNvSpPr>
          <p:nvPr>
            <p:ph type="pic" sz="quarter" idx="11"/>
          </p:nvPr>
        </p:nvSpPr>
        <p:spPr>
          <a:xfrm>
            <a:off x="4348956" y="0"/>
            <a:ext cx="3494088" cy="6858000"/>
          </a:xfrm>
        </p:spPr>
        <p:txBody>
          <a:bodyPr/>
          <a:lstStyle/>
          <a:p>
            <a:r>
              <a:rPr lang="en-US"/>
              <a:t>Click icon to add picture</a:t>
            </a:r>
          </a:p>
        </p:txBody>
      </p:sp>
      <p:sp>
        <p:nvSpPr>
          <p:cNvPr id="20" name="Text Placeholder 7">
            <a:extLst>
              <a:ext uri="{FF2B5EF4-FFF2-40B4-BE49-F238E27FC236}">
                <a16:creationId xmlns:a16="http://schemas.microsoft.com/office/drawing/2014/main" id="{16A24BC4-A15E-4BDA-8A11-216004DE52D7}"/>
              </a:ext>
            </a:extLst>
          </p:cNvPr>
          <p:cNvSpPr>
            <a:spLocks noGrp="1"/>
          </p:cNvSpPr>
          <p:nvPr>
            <p:ph type="body" sz="quarter" idx="12" hasCustomPrompt="1"/>
          </p:nvPr>
        </p:nvSpPr>
        <p:spPr>
          <a:xfrm>
            <a:off x="7971459" y="6503987"/>
            <a:ext cx="2515678" cy="233362"/>
          </a:xfrm>
        </p:spPr>
        <p:txBody>
          <a:bodyPr>
            <a:noAutofit/>
          </a:bodyPr>
          <a:lstStyle>
            <a:lvl1pPr marL="0" indent="0" algn="l">
              <a:buNone/>
              <a:defRPr sz="900" i="1">
                <a:solidFill>
                  <a:srgbClr val="757575"/>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sp>
        <p:nvSpPr>
          <p:cNvPr id="5" name="Text Placeholder 4">
            <a:extLst>
              <a:ext uri="{FF2B5EF4-FFF2-40B4-BE49-F238E27FC236}">
                <a16:creationId xmlns:a16="http://schemas.microsoft.com/office/drawing/2014/main" id="{7484062B-5555-4CC8-966F-2DB99223C090}"/>
              </a:ext>
            </a:extLst>
          </p:cNvPr>
          <p:cNvSpPr>
            <a:spLocks noGrp="1"/>
          </p:cNvSpPr>
          <p:nvPr>
            <p:ph type="body" sz="quarter" idx="3"/>
          </p:nvPr>
        </p:nvSpPr>
        <p:spPr>
          <a:xfrm>
            <a:off x="8181975" y="1349945"/>
            <a:ext cx="3657600" cy="823912"/>
          </a:xfrm>
        </p:spPr>
        <p:txBody>
          <a:bodyPr anchor="b">
            <a:noAutofit/>
          </a:bodyPr>
          <a:lstStyle>
            <a:lvl1pPr marL="0" indent="0">
              <a:buNone/>
              <a:defRPr sz="2800" b="1">
                <a:solidFill>
                  <a:srgbClr val="1D3B6B"/>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6EC528-BC1B-4A5D-A0C9-42A99459F411}"/>
              </a:ext>
            </a:extLst>
          </p:cNvPr>
          <p:cNvSpPr>
            <a:spLocks noGrp="1"/>
          </p:cNvSpPr>
          <p:nvPr>
            <p:ph sz="quarter" idx="4"/>
          </p:nvPr>
        </p:nvSpPr>
        <p:spPr>
          <a:xfrm>
            <a:off x="8181975" y="2173857"/>
            <a:ext cx="3657600" cy="3603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arallelogram 3">
            <a:extLst>
              <a:ext uri="{FF2B5EF4-FFF2-40B4-BE49-F238E27FC236}">
                <a16:creationId xmlns:a16="http://schemas.microsoft.com/office/drawing/2014/main" id="{34F29B03-47C7-4D14-B777-4934E5B285A0}"/>
              </a:ext>
              <a:ext uri="{C183D7F6-B498-43B3-948B-1728B52AA6E4}">
                <adec:decorative xmlns:adec="http://schemas.microsoft.com/office/drawing/2017/decorative" val="1"/>
              </a:ext>
            </a:extLst>
          </p:cNvPr>
          <p:cNvSpPr/>
          <p:nvPr userDrawn="1"/>
        </p:nvSpPr>
        <p:spPr>
          <a:xfrm>
            <a:off x="-9098" y="6188682"/>
            <a:ext cx="429768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42759DE6-CD09-4E5F-95C4-C4ED6A924DD2}"/>
              </a:ext>
              <a:ext uri="{C183D7F6-B498-43B3-948B-1728B52AA6E4}">
                <adec:decorative xmlns:adec="http://schemas.microsoft.com/office/drawing/2017/decorative" val="1"/>
              </a:ext>
            </a:extLst>
          </p:cNvPr>
          <p:cNvGrpSpPr/>
          <p:nvPr userDrawn="1"/>
        </p:nvGrpSpPr>
        <p:grpSpPr>
          <a:xfrm>
            <a:off x="7903418" y="6188682"/>
            <a:ext cx="3627635" cy="48895"/>
            <a:chOff x="7903418" y="6274942"/>
            <a:chExt cx="3627635" cy="48895"/>
          </a:xfrm>
        </p:grpSpPr>
        <p:pic>
          <p:nvPicPr>
            <p:cNvPr id="16" name="Graphic 15">
              <a:extLst>
                <a:ext uri="{FF2B5EF4-FFF2-40B4-BE49-F238E27FC236}">
                  <a16:creationId xmlns:a16="http://schemas.microsoft.com/office/drawing/2014/main" id="{4101DE45-14BA-456C-808D-689CD2F8B80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21" name="Parallelogram 3">
              <a:extLst>
                <a:ext uri="{FF2B5EF4-FFF2-40B4-BE49-F238E27FC236}">
                  <a16:creationId xmlns:a16="http://schemas.microsoft.com/office/drawing/2014/main" id="{9D0E1CD0-AB58-47B3-9093-74E681AA3C11}"/>
                </a:ext>
              </a:extLst>
            </p:cNvPr>
            <p:cNvSpPr/>
            <p:nvPr userDrawn="1"/>
          </p:nvSpPr>
          <p:spPr>
            <a:xfrm>
              <a:off x="7903418" y="6274942"/>
              <a:ext cx="265176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descr="U.S. Department of Transportation, Federal Highway Administration logo. ">
            <a:extLst>
              <a:ext uri="{FF2B5EF4-FFF2-40B4-BE49-F238E27FC236}">
                <a16:creationId xmlns:a16="http://schemas.microsoft.com/office/drawing/2014/main" id="{74371E9B-A405-4E80-9F8C-B9261635C5E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pic>
        <p:nvPicPr>
          <p:cNvPr id="22" name="Picture 21" descr="Turner-Fairbank Highway Research Center logo. ">
            <a:extLst>
              <a:ext uri="{FF2B5EF4-FFF2-40B4-BE49-F238E27FC236}">
                <a16:creationId xmlns:a16="http://schemas.microsoft.com/office/drawing/2014/main" id="{D5F36D0F-4A18-4D04-B4DF-7A01566EAD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97374" y="6493561"/>
            <a:ext cx="1188720" cy="253594"/>
          </a:xfrm>
          <a:prstGeom prst="rect">
            <a:avLst/>
          </a:prstGeom>
        </p:spPr>
      </p:pic>
      <p:sp>
        <p:nvSpPr>
          <p:cNvPr id="26" name="Slide Number Placeholder 5">
            <a:extLst>
              <a:ext uri="{FF2B5EF4-FFF2-40B4-BE49-F238E27FC236}">
                <a16:creationId xmlns:a16="http://schemas.microsoft.com/office/drawing/2014/main" id="{55014290-36F6-433D-9C4A-A3D4832D02C3}"/>
              </a:ext>
            </a:extLst>
          </p:cNvPr>
          <p:cNvSpPr>
            <a:spLocks noGrp="1"/>
          </p:cNvSpPr>
          <p:nvPr>
            <p:ph type="sldNum" sz="quarter" idx="10"/>
          </p:nvPr>
        </p:nvSpPr>
        <p:spPr>
          <a:xfrm>
            <a:off x="11145290" y="6095064"/>
            <a:ext cx="771525" cy="234234"/>
          </a:xfrm>
          <a:prstGeom prst="rect">
            <a:avLst/>
          </a:prstGeom>
        </p:spPr>
        <p:txBody>
          <a:bodyPr vert="horz" lIns="91440" tIns="45720" rIns="91440" bIns="45720" rtlCol="0" anchor="ctr"/>
          <a:lstStyle>
            <a:lvl1pPr algn="r">
              <a:defRPr sz="1200">
                <a:solidFill>
                  <a:srgbClr val="757575"/>
                </a:solidFill>
              </a:defRPr>
            </a:lvl1pPr>
          </a:lstStyle>
          <a:p>
            <a:fld id="{29691912-3321-4F2D-A980-9CA5FE309265}" type="slidenum">
              <a:rPr lang="en-US" smtClean="0"/>
              <a:pPr/>
              <a:t>‹#›</a:t>
            </a:fld>
            <a:endParaRPr lang="en-US"/>
          </a:p>
        </p:txBody>
      </p:sp>
    </p:spTree>
    <p:extLst>
      <p:ext uri="{BB962C8B-B14F-4D97-AF65-F5344CB8AC3E}">
        <p14:creationId xmlns:p14="http://schemas.microsoft.com/office/powerpoint/2010/main" val="2279127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4C26-8770-4ACD-9F25-AACAF441C724}"/>
              </a:ext>
            </a:extLst>
          </p:cNvPr>
          <p:cNvSpPr>
            <a:spLocks noGrp="1"/>
          </p:cNvSpPr>
          <p:nvPr>
            <p:ph type="title"/>
          </p:nvPr>
        </p:nvSpPr>
        <p:spPr/>
        <p:txBody>
          <a:bodyPr/>
          <a:lstStyle/>
          <a:p>
            <a:r>
              <a:rPr lang="en-US"/>
              <a:t>Click to edit Master title style</a:t>
            </a:r>
          </a:p>
        </p:txBody>
      </p:sp>
      <p:grpSp>
        <p:nvGrpSpPr>
          <p:cNvPr id="11" name="Group 10">
            <a:extLst>
              <a:ext uri="{FF2B5EF4-FFF2-40B4-BE49-F238E27FC236}">
                <a16:creationId xmlns:a16="http://schemas.microsoft.com/office/drawing/2014/main" id="{1C8241B2-7E71-4825-8C84-61F5788ACA62}"/>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12" name="Graphic 11">
              <a:extLst>
                <a:ext uri="{FF2B5EF4-FFF2-40B4-BE49-F238E27FC236}">
                  <a16:creationId xmlns:a16="http://schemas.microsoft.com/office/drawing/2014/main" id="{9FDC6DC4-24F8-4914-B299-0EBE02764A8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13" name="Parallelogram 3">
              <a:extLst>
                <a:ext uri="{FF2B5EF4-FFF2-40B4-BE49-F238E27FC236}">
                  <a16:creationId xmlns:a16="http://schemas.microsoft.com/office/drawing/2014/main" id="{E228F25F-846D-4A6C-81F5-D619F06EE213}"/>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descr="U.S. Department of Transportation, Federal Highway Administration logo. ">
            <a:extLst>
              <a:ext uri="{FF2B5EF4-FFF2-40B4-BE49-F238E27FC236}">
                <a16:creationId xmlns:a16="http://schemas.microsoft.com/office/drawing/2014/main" id="{DE46FE9D-157A-499E-9BA3-97FF140C5A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pic>
        <p:nvPicPr>
          <p:cNvPr id="14" name="Picture 13" descr="Turner-Fairbank Highway Research Center logo. ">
            <a:extLst>
              <a:ext uri="{FF2B5EF4-FFF2-40B4-BE49-F238E27FC236}">
                <a16:creationId xmlns:a16="http://schemas.microsoft.com/office/drawing/2014/main" id="{C35643D7-9896-4C74-89D8-0848960FF44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597374" y="6493561"/>
            <a:ext cx="1188720" cy="253594"/>
          </a:xfrm>
          <a:prstGeom prst="rect">
            <a:avLst/>
          </a:prstGeom>
        </p:spPr>
      </p:pic>
      <p:sp>
        <p:nvSpPr>
          <p:cNvPr id="15" name="Slide Number Placeholder 5">
            <a:extLst>
              <a:ext uri="{FF2B5EF4-FFF2-40B4-BE49-F238E27FC236}">
                <a16:creationId xmlns:a16="http://schemas.microsoft.com/office/drawing/2014/main" id="{67D8E4F8-2E82-4D59-ACCA-5B5389A74B71}"/>
              </a:ext>
            </a:extLst>
          </p:cNvPr>
          <p:cNvSpPr>
            <a:spLocks noGrp="1"/>
          </p:cNvSpPr>
          <p:nvPr>
            <p:ph type="sldNum" sz="quarter" idx="10"/>
          </p:nvPr>
        </p:nvSpPr>
        <p:spPr>
          <a:xfrm>
            <a:off x="11145290" y="6095064"/>
            <a:ext cx="771525" cy="234234"/>
          </a:xfrm>
          <a:prstGeom prst="rect">
            <a:avLst/>
          </a:prstGeom>
        </p:spPr>
        <p:txBody>
          <a:bodyPr vert="horz" lIns="91440" tIns="45720" rIns="91440" bIns="45720" rtlCol="0" anchor="ctr"/>
          <a:lstStyle>
            <a:lvl1pPr algn="r">
              <a:defRPr sz="1200">
                <a:solidFill>
                  <a:srgbClr val="757575"/>
                </a:solidFill>
              </a:defRPr>
            </a:lvl1pPr>
          </a:lstStyle>
          <a:p>
            <a:fld id="{29691912-3321-4F2D-A980-9CA5FE309265}" type="slidenum">
              <a:rPr lang="en-US" smtClean="0"/>
              <a:pPr/>
              <a:t>‹#›</a:t>
            </a:fld>
            <a:endParaRPr lang="en-US"/>
          </a:p>
        </p:txBody>
      </p:sp>
    </p:spTree>
    <p:extLst>
      <p:ext uri="{BB962C8B-B14F-4D97-AF65-F5344CB8AC3E}">
        <p14:creationId xmlns:p14="http://schemas.microsoft.com/office/powerpoint/2010/main" val="3814997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2C0C-D2F1-4508-85E5-714D834A27A3}"/>
              </a:ext>
            </a:extLst>
          </p:cNvPr>
          <p:cNvSpPr>
            <a:spLocks noGrp="1"/>
          </p:cNvSpPr>
          <p:nvPr>
            <p:ph type="title"/>
          </p:nvPr>
        </p:nvSpPr>
        <p:spPr>
          <a:xfrm>
            <a:off x="838200" y="669924"/>
            <a:ext cx="10515600" cy="1020764"/>
          </a:xfrm>
        </p:spPr>
        <p:txBody>
          <a:bodyPr/>
          <a:lstStyle/>
          <a:p>
            <a:r>
              <a:rPr lang="en-US"/>
              <a:t>Click to edit Master title style</a:t>
            </a:r>
          </a:p>
        </p:txBody>
      </p:sp>
    </p:spTree>
    <p:extLst>
      <p:ext uri="{BB962C8B-B14F-4D97-AF65-F5344CB8AC3E}">
        <p14:creationId xmlns:p14="http://schemas.microsoft.com/office/powerpoint/2010/main" val="3555845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pic>
        <p:nvPicPr>
          <p:cNvPr id="5" name="Picture 4" descr="Question mark textured background. ">
            <a:extLst>
              <a:ext uri="{FF2B5EF4-FFF2-40B4-BE49-F238E27FC236}">
                <a16:creationId xmlns:a16="http://schemas.microsoft.com/office/drawing/2014/main" id="{EEA66419-E0D0-4A6B-A44E-153895EC0720}"/>
              </a:ext>
            </a:extLst>
          </p:cNvPr>
          <p:cNvPicPr>
            <a:picLocks noChangeAspect="1"/>
          </p:cNvPicPr>
          <p:nvPr userDrawn="1"/>
        </p:nvPicPr>
        <p:blipFill rotWithShape="1">
          <a:blip r:embed="rId2" cstate="screen">
            <a:alphaModFix amt="20000"/>
            <a:extLst>
              <a:ext uri="{28A0092B-C50C-407E-A947-70E740481C1C}">
                <a14:useLocalDpi xmlns:a14="http://schemas.microsoft.com/office/drawing/2010/main" val="0"/>
              </a:ext>
            </a:extLst>
          </a:blip>
          <a:srcRect/>
          <a:stretch/>
        </p:blipFill>
        <p:spPr>
          <a:xfrm>
            <a:off x="-1" y="-5187"/>
            <a:ext cx="12200645" cy="6863188"/>
          </a:xfrm>
          <a:prstGeom prst="rect">
            <a:avLst/>
          </a:prstGeom>
        </p:spPr>
      </p:pic>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3561021" y="2820275"/>
            <a:ext cx="5069958" cy="720666"/>
          </a:xfrm>
        </p:spPr>
        <p:txBody>
          <a:bodyPr anchor="b">
            <a:normAutofit/>
          </a:bodyPr>
          <a:lstStyle>
            <a:lvl1pPr algn="ctr">
              <a:defRPr sz="4800">
                <a:solidFill>
                  <a:srgbClr val="1D3B6B"/>
                </a:solidFill>
              </a:defRPr>
            </a:lvl1pPr>
          </a:lstStyle>
          <a:p>
            <a:r>
              <a:rPr lang="en-US"/>
              <a:t>Question?</a:t>
            </a:r>
          </a:p>
        </p:txBody>
      </p:sp>
      <p:grpSp>
        <p:nvGrpSpPr>
          <p:cNvPr id="4" name="Group 3">
            <a:extLst>
              <a:ext uri="{FF2B5EF4-FFF2-40B4-BE49-F238E27FC236}">
                <a16:creationId xmlns:a16="http://schemas.microsoft.com/office/drawing/2014/main" id="{AC0567C8-BDC3-4545-ADC9-25AC5F356CDE}"/>
              </a:ext>
              <a:ext uri="{C183D7F6-B498-43B3-948B-1728B52AA6E4}">
                <adec:decorative xmlns:adec="http://schemas.microsoft.com/office/drawing/2017/decorative" val="1"/>
              </a:ext>
            </a:extLst>
          </p:cNvPr>
          <p:cNvGrpSpPr/>
          <p:nvPr userDrawn="1"/>
        </p:nvGrpSpPr>
        <p:grpSpPr>
          <a:xfrm>
            <a:off x="4108447" y="3526388"/>
            <a:ext cx="3975107" cy="64008"/>
            <a:chOff x="4282183" y="3542528"/>
            <a:chExt cx="3975107" cy="64008"/>
          </a:xfrm>
        </p:grpSpPr>
        <p:pic>
          <p:nvPicPr>
            <p:cNvPr id="12" name="Graphic 11">
              <a:extLst>
                <a:ext uri="{FF2B5EF4-FFF2-40B4-BE49-F238E27FC236}">
                  <a16:creationId xmlns:a16="http://schemas.microsoft.com/office/drawing/2014/main" id="{FEBE3D78-D149-4E37-B30F-31F43E763C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41138" y="3542528"/>
              <a:ext cx="1216152" cy="64008"/>
            </a:xfrm>
            <a:prstGeom prst="rect">
              <a:avLst/>
            </a:prstGeom>
          </p:spPr>
        </p:pic>
        <p:sp>
          <p:nvSpPr>
            <p:cNvPr id="13" name="Parallelogram 3">
              <a:extLst>
                <a:ext uri="{FF2B5EF4-FFF2-40B4-BE49-F238E27FC236}">
                  <a16:creationId xmlns:a16="http://schemas.microsoft.com/office/drawing/2014/main" id="{CF8A2703-32E7-48F7-8EAB-DDE56976D302}"/>
                </a:ext>
              </a:extLst>
            </p:cNvPr>
            <p:cNvSpPr/>
            <p:nvPr userDrawn="1"/>
          </p:nvSpPr>
          <p:spPr>
            <a:xfrm>
              <a:off x="4282183" y="3550085"/>
              <a:ext cx="265176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7BF1C189-F9F1-4A4B-A359-F1465873EC24}"/>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16" name="Graphic 15">
              <a:extLst>
                <a:ext uri="{FF2B5EF4-FFF2-40B4-BE49-F238E27FC236}">
                  <a16:creationId xmlns:a16="http://schemas.microsoft.com/office/drawing/2014/main" id="{4E2E990F-EAB4-4077-8AAF-BC48CF0530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662373" y="6278117"/>
              <a:ext cx="868680" cy="45720"/>
            </a:xfrm>
            <a:prstGeom prst="rect">
              <a:avLst/>
            </a:prstGeom>
          </p:spPr>
        </p:pic>
        <p:sp>
          <p:nvSpPr>
            <p:cNvPr id="17" name="Parallelogram 3">
              <a:extLst>
                <a:ext uri="{FF2B5EF4-FFF2-40B4-BE49-F238E27FC236}">
                  <a16:creationId xmlns:a16="http://schemas.microsoft.com/office/drawing/2014/main" id="{3A9662DA-374D-431D-8F0A-6D0686750A8B}"/>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Picture 19" descr="U.S. Department of Transportation, Federal Highway Administration logo. ">
            <a:extLst>
              <a:ext uri="{FF2B5EF4-FFF2-40B4-BE49-F238E27FC236}">
                <a16:creationId xmlns:a16="http://schemas.microsoft.com/office/drawing/2014/main" id="{DC136F37-2D58-434C-B484-398F7AEE4257}"/>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pic>
        <p:nvPicPr>
          <p:cNvPr id="19" name="Picture 18" descr="Turner-Fairbank Highway Research Center logo. ">
            <a:extLst>
              <a:ext uri="{FF2B5EF4-FFF2-40B4-BE49-F238E27FC236}">
                <a16:creationId xmlns:a16="http://schemas.microsoft.com/office/drawing/2014/main" id="{C196821E-8A6F-427E-85D9-68477C32DEF7}"/>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713720" y="6493561"/>
            <a:ext cx="1188720" cy="253594"/>
          </a:xfrm>
          <a:prstGeom prst="rect">
            <a:avLst/>
          </a:prstGeom>
        </p:spPr>
      </p:pic>
      <p:sp>
        <p:nvSpPr>
          <p:cNvPr id="11" name="Slide Number Placeholder 5">
            <a:extLst>
              <a:ext uri="{FF2B5EF4-FFF2-40B4-BE49-F238E27FC236}">
                <a16:creationId xmlns:a16="http://schemas.microsoft.com/office/drawing/2014/main" id="{D7FCF6D5-76E4-4DD9-BFB1-1DAF222A3E7A}"/>
              </a:ext>
            </a:extLst>
          </p:cNvPr>
          <p:cNvSpPr>
            <a:spLocks noGrp="1"/>
          </p:cNvSpPr>
          <p:nvPr>
            <p:ph type="sldNum" sz="quarter" idx="4"/>
          </p:nvPr>
        </p:nvSpPr>
        <p:spPr>
          <a:xfrm>
            <a:off x="11145290" y="6095064"/>
            <a:ext cx="771525" cy="234234"/>
          </a:xfrm>
          <a:prstGeom prst="rect">
            <a:avLst/>
          </a:prstGeom>
        </p:spPr>
        <p:txBody>
          <a:bodyPr vert="horz" lIns="91440" tIns="45720" rIns="91440" bIns="45720" rtlCol="0" anchor="ctr"/>
          <a:lstStyle>
            <a:lvl1pPr algn="r">
              <a:defRPr sz="1200">
                <a:solidFill>
                  <a:srgbClr val="757575"/>
                </a:solidFill>
              </a:defRPr>
            </a:lvl1pPr>
          </a:lstStyle>
          <a:p>
            <a:fld id="{29691912-3321-4F2D-A980-9CA5FE309265}" type="slidenum">
              <a:rPr lang="en-US" smtClean="0"/>
              <a:pPr/>
              <a:t>‹#›</a:t>
            </a:fld>
            <a:endParaRPr lang="en-US"/>
          </a:p>
        </p:txBody>
      </p:sp>
    </p:spTree>
    <p:extLst>
      <p:ext uri="{BB962C8B-B14F-4D97-AF65-F5344CB8AC3E}">
        <p14:creationId xmlns:p14="http://schemas.microsoft.com/office/powerpoint/2010/main" val="2199981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9CDF21-6DC9-458E-93F8-9D84DD7CD65E}"/>
              </a:ext>
              <a:ext uri="{C183D7F6-B498-43B3-948B-1728B52AA6E4}">
                <adec:decorative xmlns:adec="http://schemas.microsoft.com/office/drawing/2017/decorative" val="1"/>
              </a:ext>
            </a:extLst>
          </p:cNvPr>
          <p:cNvSpPr/>
          <p:nvPr userDrawn="1"/>
        </p:nvSpPr>
        <p:spPr>
          <a:xfrm>
            <a:off x="0" y="3429000"/>
            <a:ext cx="12192000" cy="3429000"/>
          </a:xfrm>
          <a:prstGeom prst="rect">
            <a:avLst/>
          </a:prstGeom>
          <a:solidFill>
            <a:srgbClr val="1D3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Multi-lane highway full of cars. ">
            <a:extLst>
              <a:ext uri="{FF2B5EF4-FFF2-40B4-BE49-F238E27FC236}">
                <a16:creationId xmlns:a16="http://schemas.microsoft.com/office/drawing/2014/main" id="{105F7969-75D5-47B4-B7B1-D7C7C34F700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11112"/>
            <a:ext cx="12192000" cy="3417888"/>
          </a:xfrm>
          <a:prstGeom prst="rect">
            <a:avLst/>
          </a:prstGeom>
        </p:spPr>
      </p:pic>
      <p:sp>
        <p:nvSpPr>
          <p:cNvPr id="23" name="TextBox 22">
            <a:extLst>
              <a:ext uri="{FF2B5EF4-FFF2-40B4-BE49-F238E27FC236}">
                <a16:creationId xmlns:a16="http://schemas.microsoft.com/office/drawing/2014/main" id="{43627981-35E9-4420-8856-F5156528C1D2}"/>
              </a:ext>
            </a:extLst>
          </p:cNvPr>
          <p:cNvSpPr txBox="1"/>
          <p:nvPr userDrawn="1"/>
        </p:nvSpPr>
        <p:spPr>
          <a:xfrm>
            <a:off x="793381" y="6363831"/>
            <a:ext cx="2355012" cy="230832"/>
          </a:xfrm>
          <a:prstGeom prst="rect">
            <a:avLst/>
          </a:prstGeom>
          <a:noFill/>
        </p:spPr>
        <p:txBody>
          <a:bodyPr wrap="square" rtlCol="0">
            <a:spAutoFit/>
          </a:bodyPr>
          <a:lstStyle/>
          <a:p>
            <a:pPr algn="l"/>
            <a:r>
              <a:rPr lang="en-US" sz="900" i="1">
                <a:solidFill>
                  <a:schemeClr val="bg1"/>
                </a:solidFill>
              </a:rPr>
              <a:t>© 2021 </a:t>
            </a:r>
            <a:r>
              <a:rPr lang="en-US" sz="900" i="1" err="1">
                <a:solidFill>
                  <a:schemeClr val="bg1"/>
                </a:solidFill>
              </a:rPr>
              <a:t>Peeterv</a:t>
            </a:r>
            <a:r>
              <a:rPr lang="en-US" sz="900" i="1">
                <a:solidFill>
                  <a:schemeClr val="bg1"/>
                </a:solidFill>
              </a:rPr>
              <a:t> / iStock.</a:t>
            </a:r>
          </a:p>
        </p:txBody>
      </p:sp>
      <p:sp>
        <p:nvSpPr>
          <p:cNvPr id="4" name="Rectangle 3">
            <a:extLst>
              <a:ext uri="{FF2B5EF4-FFF2-40B4-BE49-F238E27FC236}">
                <a16:creationId xmlns:a16="http://schemas.microsoft.com/office/drawing/2014/main" id="{4FC4AAD4-B1C3-4BB7-8169-4FB142EEA092}"/>
              </a:ext>
              <a:ext uri="{C183D7F6-B498-43B3-948B-1728B52AA6E4}">
                <adec:decorative xmlns:adec="http://schemas.microsoft.com/office/drawing/2017/decorative" val="1"/>
              </a:ext>
            </a:extLst>
          </p:cNvPr>
          <p:cNvSpPr/>
          <p:nvPr userDrawn="1"/>
        </p:nvSpPr>
        <p:spPr>
          <a:xfrm>
            <a:off x="793381" y="871876"/>
            <a:ext cx="10605238" cy="5114249"/>
          </a:xfrm>
          <a:prstGeom prst="rect">
            <a:avLst/>
          </a:prstGeom>
          <a:solidFill>
            <a:schemeClr val="bg1"/>
          </a:solidFill>
          <a:ln w="285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3561021" y="1414130"/>
            <a:ext cx="5069958" cy="720666"/>
          </a:xfrm>
        </p:spPr>
        <p:txBody>
          <a:bodyPr anchor="b">
            <a:noAutofit/>
          </a:bodyPr>
          <a:lstStyle>
            <a:lvl1pPr algn="ctr">
              <a:defRPr sz="4800">
                <a:solidFill>
                  <a:srgbClr val="1D3B6B"/>
                </a:solidFill>
              </a:defRPr>
            </a:lvl1pPr>
          </a:lstStyle>
          <a:p>
            <a:r>
              <a:rPr lang="en-US"/>
              <a:t>Contact</a:t>
            </a:r>
          </a:p>
        </p:txBody>
      </p:sp>
      <p:grpSp>
        <p:nvGrpSpPr>
          <p:cNvPr id="13" name="Group 12">
            <a:extLst>
              <a:ext uri="{FF2B5EF4-FFF2-40B4-BE49-F238E27FC236}">
                <a16:creationId xmlns:a16="http://schemas.microsoft.com/office/drawing/2014/main" id="{01320DA3-403D-43D1-866D-D9A323A3C549}"/>
              </a:ext>
              <a:ext uri="{C183D7F6-B498-43B3-948B-1728B52AA6E4}">
                <adec:decorative xmlns:adec="http://schemas.microsoft.com/office/drawing/2017/decorative" val="1"/>
              </a:ext>
            </a:extLst>
          </p:cNvPr>
          <p:cNvGrpSpPr/>
          <p:nvPr userDrawn="1"/>
        </p:nvGrpSpPr>
        <p:grpSpPr>
          <a:xfrm>
            <a:off x="4108447" y="2111662"/>
            <a:ext cx="3975107" cy="64008"/>
            <a:chOff x="4282183" y="3542528"/>
            <a:chExt cx="3975107" cy="64008"/>
          </a:xfrm>
        </p:grpSpPr>
        <p:pic>
          <p:nvPicPr>
            <p:cNvPr id="15" name="Graphic 14">
              <a:extLst>
                <a:ext uri="{FF2B5EF4-FFF2-40B4-BE49-F238E27FC236}">
                  <a16:creationId xmlns:a16="http://schemas.microsoft.com/office/drawing/2014/main" id="{39E664AD-A3B6-4503-BB54-AE24F8BB65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41138" y="3542528"/>
              <a:ext cx="1216152" cy="64008"/>
            </a:xfrm>
            <a:prstGeom prst="rect">
              <a:avLst/>
            </a:prstGeom>
          </p:spPr>
        </p:pic>
        <p:sp>
          <p:nvSpPr>
            <p:cNvPr id="16" name="Parallelogram 3">
              <a:extLst>
                <a:ext uri="{FF2B5EF4-FFF2-40B4-BE49-F238E27FC236}">
                  <a16:creationId xmlns:a16="http://schemas.microsoft.com/office/drawing/2014/main" id="{117A97EA-6D25-4701-92A4-BB313793BC73}"/>
                </a:ext>
              </a:extLst>
            </p:cNvPr>
            <p:cNvSpPr/>
            <p:nvPr userDrawn="1"/>
          </p:nvSpPr>
          <p:spPr>
            <a:xfrm>
              <a:off x="4282183" y="3550085"/>
              <a:ext cx="265176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grpSp>
      <p:sp>
        <p:nvSpPr>
          <p:cNvPr id="10" name="Text Placeholder 9">
            <a:extLst>
              <a:ext uri="{FF2B5EF4-FFF2-40B4-BE49-F238E27FC236}">
                <a16:creationId xmlns:a16="http://schemas.microsoft.com/office/drawing/2014/main" id="{38FAA9EA-C4F2-48A4-97CA-A893DCDF9D84}"/>
              </a:ext>
            </a:extLst>
          </p:cNvPr>
          <p:cNvSpPr>
            <a:spLocks noGrp="1"/>
          </p:cNvSpPr>
          <p:nvPr>
            <p:ph type="body" sz="quarter" idx="10" hasCustomPrompt="1"/>
          </p:nvPr>
        </p:nvSpPr>
        <p:spPr>
          <a:xfrm>
            <a:off x="2250532" y="2679701"/>
            <a:ext cx="3778250" cy="526266"/>
          </a:xfrm>
        </p:spPr>
        <p:txBody>
          <a:bodyPr>
            <a:noAutofit/>
          </a:bodyPr>
          <a:lstStyle>
            <a:lvl1pPr marL="0" indent="0" algn="ctr">
              <a:buNone/>
              <a:defRPr>
                <a:solidFill>
                  <a:srgbClr val="1D3B6B"/>
                </a:solidFill>
              </a:defRPr>
            </a:lvl1pPr>
          </a:lstStyle>
          <a:p>
            <a:pPr lvl="0"/>
            <a:r>
              <a:rPr lang="en-US"/>
              <a:t>Click to Enter Name</a:t>
            </a:r>
          </a:p>
        </p:txBody>
      </p:sp>
      <p:sp>
        <p:nvSpPr>
          <p:cNvPr id="20" name="Text Placeholder 19">
            <a:extLst>
              <a:ext uri="{FF2B5EF4-FFF2-40B4-BE49-F238E27FC236}">
                <a16:creationId xmlns:a16="http://schemas.microsoft.com/office/drawing/2014/main" id="{AA3B83E6-9629-467D-8A6F-F67D21AF351E}"/>
              </a:ext>
            </a:extLst>
          </p:cNvPr>
          <p:cNvSpPr>
            <a:spLocks noGrp="1"/>
          </p:cNvSpPr>
          <p:nvPr>
            <p:ph type="body" sz="quarter" idx="11" hasCustomPrompt="1"/>
          </p:nvPr>
        </p:nvSpPr>
        <p:spPr>
          <a:xfrm>
            <a:off x="2250532" y="3206750"/>
            <a:ext cx="3778250" cy="1379011"/>
          </a:xfrm>
        </p:spPr>
        <p:txBody>
          <a:bodyPr>
            <a:noAutofit/>
          </a:bodyPr>
          <a:lstStyle>
            <a:lvl1pPr marL="0" indent="0" algn="ctr">
              <a:buNone/>
              <a:defRPr sz="2000"/>
            </a:lvl1pPr>
          </a:lstStyle>
          <a:p>
            <a:pPr lvl="0"/>
            <a:r>
              <a:rPr lang="en-US"/>
              <a:t>Phone</a:t>
            </a:r>
          </a:p>
          <a:p>
            <a:pPr lvl="0"/>
            <a:r>
              <a:rPr lang="en-US"/>
              <a:t>Email</a:t>
            </a:r>
          </a:p>
          <a:p>
            <a:pPr lvl="0"/>
            <a:r>
              <a:rPr lang="en-US"/>
              <a:t>Website</a:t>
            </a:r>
          </a:p>
        </p:txBody>
      </p:sp>
      <p:sp>
        <p:nvSpPr>
          <p:cNvPr id="24" name="Text Placeholder 23">
            <a:extLst>
              <a:ext uri="{FF2B5EF4-FFF2-40B4-BE49-F238E27FC236}">
                <a16:creationId xmlns:a16="http://schemas.microsoft.com/office/drawing/2014/main" id="{CE50E9BD-518D-4610-98D2-2703D1C9AE1C}"/>
              </a:ext>
            </a:extLst>
          </p:cNvPr>
          <p:cNvSpPr>
            <a:spLocks noGrp="1"/>
          </p:cNvSpPr>
          <p:nvPr>
            <p:ph type="body" sz="quarter" idx="12" hasCustomPrompt="1"/>
          </p:nvPr>
        </p:nvSpPr>
        <p:spPr>
          <a:xfrm>
            <a:off x="6149165" y="2693279"/>
            <a:ext cx="3778250" cy="515938"/>
          </a:xfrm>
        </p:spPr>
        <p:txBody>
          <a:bodyPr>
            <a:noAutofit/>
          </a:bodyPr>
          <a:lstStyle>
            <a:lvl1pPr marL="0" indent="0" algn="ctr">
              <a:buNone/>
              <a:defRPr>
                <a:solidFill>
                  <a:srgbClr val="1D3B6B"/>
                </a:solidFill>
              </a:defRPr>
            </a:lvl1pPr>
          </a:lstStyle>
          <a:p>
            <a:pPr lvl="0"/>
            <a:r>
              <a:rPr lang="en-US"/>
              <a:t>Click to Enter Name</a:t>
            </a:r>
          </a:p>
          <a:p>
            <a:pPr lvl="4"/>
            <a:endParaRPr lang="en-US"/>
          </a:p>
        </p:txBody>
      </p:sp>
      <p:sp>
        <p:nvSpPr>
          <p:cNvPr id="26" name="Text Placeholder 25">
            <a:extLst>
              <a:ext uri="{FF2B5EF4-FFF2-40B4-BE49-F238E27FC236}">
                <a16:creationId xmlns:a16="http://schemas.microsoft.com/office/drawing/2014/main" id="{3D421807-F9B7-4445-AE7B-119273FF6005}"/>
              </a:ext>
            </a:extLst>
          </p:cNvPr>
          <p:cNvSpPr>
            <a:spLocks noGrp="1"/>
          </p:cNvSpPr>
          <p:nvPr>
            <p:ph type="body" sz="quarter" idx="13" hasCustomPrompt="1"/>
          </p:nvPr>
        </p:nvSpPr>
        <p:spPr>
          <a:xfrm>
            <a:off x="6149165" y="3206750"/>
            <a:ext cx="3778250" cy="1377950"/>
          </a:xfrm>
        </p:spPr>
        <p:txBody>
          <a:bodyPr>
            <a:noAutofit/>
          </a:bodyPr>
          <a:lstStyle>
            <a:lvl1pPr marL="0" indent="0" algn="ctr">
              <a:buNone/>
              <a:defRPr sz="2000"/>
            </a:lvl1pPr>
          </a:lstStyle>
          <a:p>
            <a:pPr lvl="0"/>
            <a:r>
              <a:rPr lang="en-US"/>
              <a:t>Phone</a:t>
            </a:r>
          </a:p>
          <a:p>
            <a:pPr lvl="0"/>
            <a:r>
              <a:rPr lang="en-US"/>
              <a:t>Email</a:t>
            </a:r>
          </a:p>
          <a:p>
            <a:pPr lvl="0"/>
            <a:r>
              <a:rPr lang="en-US"/>
              <a:t>Website</a:t>
            </a:r>
          </a:p>
        </p:txBody>
      </p:sp>
      <p:pic>
        <p:nvPicPr>
          <p:cNvPr id="27" name="Picture 26" descr="U.S. Department of Transportation, Federal Highway Administration logo. ">
            <a:extLst>
              <a:ext uri="{FF2B5EF4-FFF2-40B4-BE49-F238E27FC236}">
                <a16:creationId xmlns:a16="http://schemas.microsoft.com/office/drawing/2014/main" id="{199D516F-D199-43A1-B8B6-52D20E2D9CD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4487" y="5350100"/>
            <a:ext cx="1097280" cy="424278"/>
          </a:xfrm>
          <a:prstGeom prst="rect">
            <a:avLst/>
          </a:prstGeom>
        </p:spPr>
      </p:pic>
      <p:pic>
        <p:nvPicPr>
          <p:cNvPr id="25" name="Picture 24" descr="Turner-Fairbank Highway Research Center logo. ">
            <a:extLst>
              <a:ext uri="{FF2B5EF4-FFF2-40B4-BE49-F238E27FC236}">
                <a16:creationId xmlns:a16="http://schemas.microsoft.com/office/drawing/2014/main" id="{BC18B3EA-4FA1-4365-BDA5-A79FCB1FAFB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960328" y="5520784"/>
            <a:ext cx="1188720" cy="253594"/>
          </a:xfrm>
          <a:prstGeom prst="rect">
            <a:avLst/>
          </a:prstGeom>
        </p:spPr>
      </p:pic>
      <p:sp>
        <p:nvSpPr>
          <p:cNvPr id="22" name="Slide Number Placeholder 5">
            <a:extLst>
              <a:ext uri="{FF2B5EF4-FFF2-40B4-BE49-F238E27FC236}">
                <a16:creationId xmlns:a16="http://schemas.microsoft.com/office/drawing/2014/main" id="{2F8B7EC4-30AD-40CF-8771-54EA4660C3ED}"/>
              </a:ext>
            </a:extLst>
          </p:cNvPr>
          <p:cNvSpPr>
            <a:spLocks noGrp="1"/>
          </p:cNvSpPr>
          <p:nvPr>
            <p:ph type="sldNum" sz="quarter" idx="15"/>
          </p:nvPr>
        </p:nvSpPr>
        <p:spPr>
          <a:xfrm>
            <a:off x="11149048" y="6382043"/>
            <a:ext cx="771525" cy="234234"/>
          </a:xfrm>
          <a:prstGeom prst="rect">
            <a:avLst/>
          </a:prstGeom>
        </p:spPr>
        <p:txBody>
          <a:bodyPr vert="horz" lIns="91440" tIns="45720" rIns="91440" bIns="45720" rtlCol="0" anchor="ctr"/>
          <a:lstStyle>
            <a:lvl1pPr algn="r">
              <a:defRPr sz="1200">
                <a:solidFill>
                  <a:schemeClr val="bg1"/>
                </a:solidFill>
              </a:defRPr>
            </a:lvl1pPr>
          </a:lstStyle>
          <a:p>
            <a:fld id="{29691912-3321-4F2D-A980-9CA5FE309265}" type="slidenum">
              <a:rPr lang="en-US" smtClean="0"/>
              <a:pPr/>
              <a:t>‹#›</a:t>
            </a:fld>
            <a:endParaRPr lang="en-US"/>
          </a:p>
        </p:txBody>
      </p:sp>
    </p:spTree>
    <p:extLst>
      <p:ext uri="{BB962C8B-B14F-4D97-AF65-F5344CB8AC3E}">
        <p14:creationId xmlns:p14="http://schemas.microsoft.com/office/powerpoint/2010/main" val="1817892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HEADER + CONTENT">
    <p:spTree>
      <p:nvGrpSpPr>
        <p:cNvPr id="1" name=""/>
        <p:cNvGrpSpPr/>
        <p:nvPr/>
      </p:nvGrpSpPr>
      <p:grpSpPr>
        <a:xfrm>
          <a:off x="0" y="0"/>
          <a:ext cx="0" cy="0"/>
          <a:chOff x="0" y="0"/>
          <a:chExt cx="0" cy="0"/>
        </a:xfrm>
      </p:grpSpPr>
      <p:sp>
        <p:nvSpPr>
          <p:cNvPr id="8" name="Content Placeholder 2"/>
          <p:cNvSpPr>
            <a:spLocks noGrp="1"/>
          </p:cNvSpPr>
          <p:nvPr>
            <p:ph idx="10" hasCustomPrompt="1"/>
          </p:nvPr>
        </p:nvSpPr>
        <p:spPr>
          <a:xfrm>
            <a:off x="342901" y="1504951"/>
            <a:ext cx="11010900" cy="4248714"/>
          </a:xfrm>
        </p:spPr>
        <p:txBody>
          <a:bodyPr/>
          <a:lstStyle>
            <a:lvl1pPr>
              <a:lnSpc>
                <a:spcPct val="120000"/>
              </a:lnSpc>
              <a:spcBef>
                <a:spcPts val="0"/>
              </a:spcBef>
              <a:spcAft>
                <a:spcPts val="600"/>
              </a:spcAft>
              <a:defRPr>
                <a:solidFill>
                  <a:srgbClr val="606263"/>
                </a:solidFill>
                <a:latin typeface="Helvetica Neue" charset="0"/>
                <a:ea typeface="Helvetica Neue" charset="0"/>
                <a:cs typeface="Helvetica Neue" charset="0"/>
              </a:defRPr>
            </a:lvl1pPr>
            <a:lvl2pPr>
              <a:lnSpc>
                <a:spcPct val="120000"/>
              </a:lnSpc>
              <a:spcBef>
                <a:spcPts val="0"/>
              </a:spcBef>
              <a:spcAft>
                <a:spcPts val="600"/>
              </a:spcAft>
              <a:defRPr>
                <a:solidFill>
                  <a:srgbClr val="606263"/>
                </a:solidFill>
                <a:latin typeface="Helvetica Neue" charset="0"/>
                <a:ea typeface="Helvetica Neue" charset="0"/>
                <a:cs typeface="Helvetica Neue" charset="0"/>
              </a:defRPr>
            </a:lvl2pPr>
            <a:lvl3pPr>
              <a:lnSpc>
                <a:spcPct val="120000"/>
              </a:lnSpc>
              <a:spcBef>
                <a:spcPts val="0"/>
              </a:spcBef>
              <a:spcAft>
                <a:spcPts val="600"/>
              </a:spcAft>
              <a:defRPr>
                <a:solidFill>
                  <a:srgbClr val="606263"/>
                </a:solidFill>
                <a:latin typeface="Helvetica Neue" charset="0"/>
                <a:ea typeface="Helvetica Neue" charset="0"/>
                <a:cs typeface="Helvetica Neue" charset="0"/>
              </a:defRPr>
            </a:lvl3pPr>
            <a:lvl4pPr>
              <a:lnSpc>
                <a:spcPct val="120000"/>
              </a:lnSpc>
              <a:spcBef>
                <a:spcPts val="0"/>
              </a:spcBef>
              <a:spcAft>
                <a:spcPts val="600"/>
              </a:spcAft>
              <a:defRPr>
                <a:solidFill>
                  <a:srgbClr val="606263"/>
                </a:solidFill>
                <a:latin typeface="Helvetica Neue" charset="0"/>
                <a:ea typeface="Helvetica Neue" charset="0"/>
                <a:cs typeface="Helvetica Neue" charset="0"/>
              </a:defRPr>
            </a:lvl4pPr>
            <a:lvl5pPr>
              <a:lnSpc>
                <a:spcPct val="120000"/>
              </a:lnSpc>
              <a:spcBef>
                <a:spcPts val="0"/>
              </a:spcBef>
              <a:spcAft>
                <a:spcPts val="600"/>
              </a:spcAft>
              <a:defRPr>
                <a:solidFill>
                  <a:srgbClr val="606263"/>
                </a:solidFill>
                <a:latin typeface="Helvetica Neue" charset="0"/>
                <a:ea typeface="Helvetica Neue" charset="0"/>
                <a:cs typeface="Helvetica Neue" charset="0"/>
              </a:defRPr>
            </a:lvl5pPr>
          </a:lstStyle>
          <a:p>
            <a:pPr lvl="0"/>
            <a:r>
              <a:rPr lang="en-US"/>
              <a:t>Click to edit slide content</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a:xfrm>
            <a:off x="342901" y="365126"/>
            <a:ext cx="9791699" cy="1139825"/>
          </a:xfrm>
        </p:spPr>
        <p:txBody>
          <a:bodyPr lIns="0" tIns="0" rIns="0" bIns="0" anchor="t" anchorCtr="0">
            <a:noAutofit/>
          </a:bodyPr>
          <a:lstStyle>
            <a:lvl1pPr>
              <a:lnSpc>
                <a:spcPts val="4400"/>
              </a:lnSpc>
              <a:defRPr sz="4000" b="1" cap="none" baseline="0">
                <a:solidFill>
                  <a:schemeClr val="bg1"/>
                </a:solidFill>
                <a:latin typeface="Helvetica Neue" charset="0"/>
                <a:ea typeface="Helvetica Neue" charset="0"/>
                <a:cs typeface="Helvetica Neue" charset="0"/>
              </a:defRPr>
            </a:lvl1pPr>
          </a:lstStyle>
          <a:p>
            <a:r>
              <a:rPr lang="en-US"/>
              <a:t>Click To Edit Slide TITLE</a:t>
            </a:r>
          </a:p>
        </p:txBody>
      </p:sp>
    </p:spTree>
    <p:extLst>
      <p:ext uri="{BB962C8B-B14F-4D97-AF65-F5344CB8AC3E}">
        <p14:creationId xmlns:p14="http://schemas.microsoft.com/office/powerpoint/2010/main" val="1070155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59094B-6412-4D53-BF00-A5BFC78F5BDB}"/>
              </a:ext>
              <a:ext uri="{C183D7F6-B498-43B3-948B-1728B52AA6E4}">
                <adec:decorative xmlns:adec="http://schemas.microsoft.com/office/drawing/2017/decorative" val="1"/>
              </a:ext>
            </a:extLst>
          </p:cNvPr>
          <p:cNvSpPr/>
          <p:nvPr userDrawn="1"/>
        </p:nvSpPr>
        <p:spPr>
          <a:xfrm>
            <a:off x="0" y="4763"/>
            <a:ext cx="7353300" cy="6848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F3EEC-0615-4605-A192-B2785F3CE640}"/>
              </a:ext>
            </a:extLst>
          </p:cNvPr>
          <p:cNvSpPr>
            <a:spLocks noGrp="1"/>
          </p:cNvSpPr>
          <p:nvPr>
            <p:ph type="ctrTitle" hasCustomPrompt="1"/>
          </p:nvPr>
        </p:nvSpPr>
        <p:spPr>
          <a:xfrm>
            <a:off x="676273" y="1621418"/>
            <a:ext cx="6238877" cy="2387600"/>
          </a:xfrm>
        </p:spPr>
        <p:txBody>
          <a:bodyPr anchor="b">
            <a:noAutofit/>
          </a:bodyPr>
          <a:lstStyle>
            <a:lvl1pPr algn="l">
              <a:defRPr sz="4800" b="1">
                <a:solidFill>
                  <a:schemeClr val="bg1"/>
                </a:solidFill>
              </a:defRPr>
            </a:lvl1pPr>
          </a:lstStyle>
          <a:p>
            <a:r>
              <a:rPr lang="en-US"/>
              <a:t>Click to Enter Presentation Title</a:t>
            </a:r>
          </a:p>
        </p:txBody>
      </p:sp>
      <p:grpSp>
        <p:nvGrpSpPr>
          <p:cNvPr id="4" name="Group 3">
            <a:extLst>
              <a:ext uri="{FF2B5EF4-FFF2-40B4-BE49-F238E27FC236}">
                <a16:creationId xmlns:a16="http://schemas.microsoft.com/office/drawing/2014/main" id="{F705200A-AC8D-4D03-B3CD-D4DE299E3777}"/>
              </a:ext>
              <a:ext uri="{C183D7F6-B498-43B3-948B-1728B52AA6E4}">
                <adec:decorative xmlns:adec="http://schemas.microsoft.com/office/drawing/2017/decorative" val="1"/>
              </a:ext>
            </a:extLst>
          </p:cNvPr>
          <p:cNvGrpSpPr/>
          <p:nvPr userDrawn="1"/>
        </p:nvGrpSpPr>
        <p:grpSpPr>
          <a:xfrm>
            <a:off x="-10274" y="4208190"/>
            <a:ext cx="7172961" cy="67184"/>
            <a:chOff x="-10274" y="4208190"/>
            <a:chExt cx="7172961" cy="67184"/>
          </a:xfrm>
        </p:grpSpPr>
        <p:pic>
          <p:nvPicPr>
            <p:cNvPr id="11" name="Graphic 10">
              <a:extLst>
                <a:ext uri="{FF2B5EF4-FFF2-40B4-BE49-F238E27FC236}">
                  <a16:creationId xmlns:a16="http://schemas.microsoft.com/office/drawing/2014/main" id="{85A2FC15-D7B5-4817-9D48-6089B91EB5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46535" y="4211366"/>
              <a:ext cx="1216152" cy="64008"/>
            </a:xfrm>
            <a:prstGeom prst="rect">
              <a:avLst/>
            </a:prstGeom>
          </p:spPr>
        </p:pic>
        <p:sp>
          <p:nvSpPr>
            <p:cNvPr id="12" name="Parallelogram 3">
              <a:extLst>
                <a:ext uri="{FF2B5EF4-FFF2-40B4-BE49-F238E27FC236}">
                  <a16:creationId xmlns:a16="http://schemas.microsoft.com/office/drawing/2014/main" id="{BD30292F-0126-48EC-A0D5-559810096838}"/>
                </a:ext>
              </a:extLst>
            </p:cNvPr>
            <p:cNvSpPr/>
            <p:nvPr userDrawn="1"/>
          </p:nvSpPr>
          <p:spPr>
            <a:xfrm>
              <a:off x="-10274" y="4208190"/>
              <a:ext cx="58521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Subtitle 2">
            <a:extLst>
              <a:ext uri="{FF2B5EF4-FFF2-40B4-BE49-F238E27FC236}">
                <a16:creationId xmlns:a16="http://schemas.microsoft.com/office/drawing/2014/main" id="{27FB9B0A-AE69-4155-86F0-C2FD36A289C6}"/>
              </a:ext>
            </a:extLst>
          </p:cNvPr>
          <p:cNvSpPr>
            <a:spLocks noGrp="1"/>
          </p:cNvSpPr>
          <p:nvPr>
            <p:ph type="subTitle" idx="1" hasCustomPrompt="1"/>
          </p:nvPr>
        </p:nvSpPr>
        <p:spPr>
          <a:xfrm>
            <a:off x="676273" y="4471857"/>
            <a:ext cx="6238877" cy="8840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enter sub-title, name, or department</a:t>
            </a:r>
          </a:p>
        </p:txBody>
      </p:sp>
      <p:sp>
        <p:nvSpPr>
          <p:cNvPr id="15" name="Text Placeholder 14">
            <a:extLst>
              <a:ext uri="{FF2B5EF4-FFF2-40B4-BE49-F238E27FC236}">
                <a16:creationId xmlns:a16="http://schemas.microsoft.com/office/drawing/2014/main" id="{475B2ECC-9C74-4B4B-B3BA-4E1B338F2031}"/>
              </a:ext>
            </a:extLst>
          </p:cNvPr>
          <p:cNvSpPr>
            <a:spLocks noGrp="1"/>
          </p:cNvSpPr>
          <p:nvPr>
            <p:ph type="body" sz="quarter" idx="10" hasCustomPrompt="1"/>
          </p:nvPr>
        </p:nvSpPr>
        <p:spPr>
          <a:xfrm>
            <a:off x="676273" y="5667375"/>
            <a:ext cx="6238877" cy="557213"/>
          </a:xfrm>
        </p:spPr>
        <p:txBody>
          <a:bodyPr>
            <a:normAutofit/>
          </a:bodyPr>
          <a:lstStyle>
            <a:lvl1pPr marL="0" indent="0">
              <a:buNone/>
              <a:defRPr sz="1600" i="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enter date</a:t>
            </a:r>
          </a:p>
        </p:txBody>
      </p:sp>
      <p:sp>
        <p:nvSpPr>
          <p:cNvPr id="5" name="Picture Placeholder 4">
            <a:extLst>
              <a:ext uri="{FF2B5EF4-FFF2-40B4-BE49-F238E27FC236}">
                <a16:creationId xmlns:a16="http://schemas.microsoft.com/office/drawing/2014/main" id="{FE2087F6-C6FA-425E-A3BD-A202D955A46D}"/>
              </a:ext>
            </a:extLst>
          </p:cNvPr>
          <p:cNvSpPr>
            <a:spLocks noGrp="1"/>
          </p:cNvSpPr>
          <p:nvPr>
            <p:ph type="pic" sz="quarter" idx="11"/>
          </p:nvPr>
        </p:nvSpPr>
        <p:spPr>
          <a:xfrm>
            <a:off x="7353301" y="0"/>
            <a:ext cx="4824412" cy="6857999"/>
          </a:xfrm>
        </p:spPr>
        <p:txBody>
          <a:bodyPr/>
          <a:lstStyle/>
          <a:p>
            <a:endParaRPr lang="en-US"/>
          </a:p>
        </p:txBody>
      </p:sp>
      <p:sp>
        <p:nvSpPr>
          <p:cNvPr id="16" name="Text Placeholder 7">
            <a:extLst>
              <a:ext uri="{FF2B5EF4-FFF2-40B4-BE49-F238E27FC236}">
                <a16:creationId xmlns:a16="http://schemas.microsoft.com/office/drawing/2014/main" id="{691FEF64-BF3A-405A-8FC5-DB901EAB23FE}"/>
              </a:ext>
            </a:extLst>
          </p:cNvPr>
          <p:cNvSpPr>
            <a:spLocks noGrp="1"/>
          </p:cNvSpPr>
          <p:nvPr>
            <p:ph type="body" sz="quarter" idx="12" hasCustomPrompt="1"/>
          </p:nvPr>
        </p:nvSpPr>
        <p:spPr>
          <a:xfrm>
            <a:off x="4684137" y="6473988"/>
            <a:ext cx="2515678" cy="233362"/>
          </a:xfrm>
        </p:spPr>
        <p:txBody>
          <a:bodyPr>
            <a:noAutofit/>
          </a:bodyPr>
          <a:lstStyle>
            <a:lvl1pPr marL="0" indent="0" algn="r">
              <a:buNone/>
              <a:defRPr sz="900" i="1">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pic>
        <p:nvPicPr>
          <p:cNvPr id="18" name="DOT Logo" descr="US DOT logo. ">
            <a:extLst>
              <a:ext uri="{FF2B5EF4-FFF2-40B4-BE49-F238E27FC236}">
                <a16:creationId xmlns:a16="http://schemas.microsoft.com/office/drawing/2014/main" id="{38E9436D-1F48-D04D-B2B7-643CF2B8873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26628" y="226241"/>
            <a:ext cx="1456835" cy="578450"/>
          </a:xfrm>
          <a:prstGeom prst="rect">
            <a:avLst/>
          </a:prstGeom>
        </p:spPr>
      </p:pic>
      <p:pic>
        <p:nvPicPr>
          <p:cNvPr id="19" name="TFHRC logo" descr="Turner-Fairbank Highway Research Center logo. ">
            <a:extLst>
              <a:ext uri="{FF2B5EF4-FFF2-40B4-BE49-F238E27FC236}">
                <a16:creationId xmlns:a16="http://schemas.microsoft.com/office/drawing/2014/main" id="{9E8C170C-E408-1A47-A129-2DF2919DAB84}"/>
              </a:ext>
            </a:extLst>
          </p:cNvPr>
          <p:cNvPicPr>
            <a:picLocks noChangeAspect="1"/>
          </p:cNvPicPr>
          <p:nvPr userDrawn="1"/>
        </p:nvPicPr>
        <p:blipFill rotWithShape="1">
          <a:blip r:embed="rId5" cstate="screen">
            <a:extLst>
              <a:ext uri="{28A0092B-C50C-407E-A947-70E740481C1C}">
                <a14:useLocalDpi xmlns:a14="http://schemas.microsoft.com/office/drawing/2010/main" val="0"/>
              </a:ext>
            </a:extLst>
          </a:blip>
          <a:srcRect l="-11725" r="-11725"/>
          <a:stretch/>
        </p:blipFill>
        <p:spPr>
          <a:xfrm>
            <a:off x="92297" y="877011"/>
            <a:ext cx="1920240" cy="396982"/>
          </a:xfrm>
          <a:prstGeom prst="rect">
            <a:avLst/>
          </a:prstGeom>
        </p:spPr>
      </p:pic>
    </p:spTree>
    <p:extLst>
      <p:ext uri="{BB962C8B-B14F-4D97-AF65-F5344CB8AC3E}">
        <p14:creationId xmlns:p14="http://schemas.microsoft.com/office/powerpoint/2010/main" val="20708362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atic Ima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59094B-6412-4D53-BF00-A5BFC78F5BDB}"/>
              </a:ext>
              <a:ext uri="{C183D7F6-B498-43B3-948B-1728B52AA6E4}">
                <adec:decorative xmlns:adec="http://schemas.microsoft.com/office/drawing/2017/decorative" val="1"/>
              </a:ext>
            </a:extLst>
          </p:cNvPr>
          <p:cNvSpPr/>
          <p:nvPr userDrawn="1"/>
        </p:nvSpPr>
        <p:spPr>
          <a:xfrm>
            <a:off x="0" y="9525"/>
            <a:ext cx="12192000" cy="6848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1F3EEC-0615-4605-A192-B2785F3CE640}"/>
              </a:ext>
            </a:extLst>
          </p:cNvPr>
          <p:cNvSpPr>
            <a:spLocks noGrp="1"/>
          </p:cNvSpPr>
          <p:nvPr>
            <p:ph type="ctrTitle" hasCustomPrompt="1"/>
          </p:nvPr>
        </p:nvSpPr>
        <p:spPr>
          <a:xfrm>
            <a:off x="676273" y="1621418"/>
            <a:ext cx="6238877" cy="2387600"/>
          </a:xfrm>
        </p:spPr>
        <p:txBody>
          <a:bodyPr anchor="b">
            <a:noAutofit/>
          </a:bodyPr>
          <a:lstStyle>
            <a:lvl1pPr algn="l">
              <a:defRPr sz="4800" b="1">
                <a:solidFill>
                  <a:schemeClr val="bg1"/>
                </a:solidFill>
              </a:defRPr>
            </a:lvl1pPr>
          </a:lstStyle>
          <a:p>
            <a:r>
              <a:rPr lang="en-US"/>
              <a:t>Click to Enter Presentation Title</a:t>
            </a:r>
          </a:p>
        </p:txBody>
      </p:sp>
      <p:sp>
        <p:nvSpPr>
          <p:cNvPr id="3" name="Subtitle 2">
            <a:extLst>
              <a:ext uri="{FF2B5EF4-FFF2-40B4-BE49-F238E27FC236}">
                <a16:creationId xmlns:a16="http://schemas.microsoft.com/office/drawing/2014/main" id="{27FB9B0A-AE69-4155-86F0-C2FD36A289C6}"/>
              </a:ext>
            </a:extLst>
          </p:cNvPr>
          <p:cNvSpPr>
            <a:spLocks noGrp="1"/>
          </p:cNvSpPr>
          <p:nvPr>
            <p:ph type="subTitle" idx="1" hasCustomPrompt="1"/>
          </p:nvPr>
        </p:nvSpPr>
        <p:spPr>
          <a:xfrm>
            <a:off x="676273" y="4471857"/>
            <a:ext cx="6238877" cy="884000"/>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enter sub-title, name, or department</a:t>
            </a:r>
          </a:p>
        </p:txBody>
      </p:sp>
      <p:sp>
        <p:nvSpPr>
          <p:cNvPr id="15" name="Text Placeholder 14">
            <a:extLst>
              <a:ext uri="{FF2B5EF4-FFF2-40B4-BE49-F238E27FC236}">
                <a16:creationId xmlns:a16="http://schemas.microsoft.com/office/drawing/2014/main" id="{475B2ECC-9C74-4B4B-B3BA-4E1B338F2031}"/>
              </a:ext>
            </a:extLst>
          </p:cNvPr>
          <p:cNvSpPr>
            <a:spLocks noGrp="1"/>
          </p:cNvSpPr>
          <p:nvPr>
            <p:ph type="body" sz="quarter" idx="10" hasCustomPrompt="1"/>
          </p:nvPr>
        </p:nvSpPr>
        <p:spPr>
          <a:xfrm>
            <a:off x="676273" y="5667375"/>
            <a:ext cx="6238877" cy="557213"/>
          </a:xfrm>
        </p:spPr>
        <p:txBody>
          <a:bodyPr>
            <a:normAutofit/>
          </a:bodyPr>
          <a:lstStyle>
            <a:lvl1pPr marL="0" indent="0">
              <a:buNone/>
              <a:defRPr sz="1600" i="1">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enter date</a:t>
            </a:r>
          </a:p>
        </p:txBody>
      </p:sp>
      <p:pic>
        <p:nvPicPr>
          <p:cNvPr id="24" name="Picture Placeholder 16" descr="Various icons representing highway research and technology overlay a blurred street and traffic background. ">
            <a:extLst>
              <a:ext uri="{FF2B5EF4-FFF2-40B4-BE49-F238E27FC236}">
                <a16:creationId xmlns:a16="http://schemas.microsoft.com/office/drawing/2014/main" id="{BC264C99-4F34-49FB-9740-09BA1B94C1D2}"/>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7350034" y="0"/>
            <a:ext cx="4841966" cy="6857999"/>
          </a:xfrm>
          <a:prstGeom prst="rect">
            <a:avLst/>
          </a:prstGeom>
        </p:spPr>
      </p:pic>
      <p:grpSp>
        <p:nvGrpSpPr>
          <p:cNvPr id="13" name="Group 12">
            <a:extLst>
              <a:ext uri="{FF2B5EF4-FFF2-40B4-BE49-F238E27FC236}">
                <a16:creationId xmlns:a16="http://schemas.microsoft.com/office/drawing/2014/main" id="{83EAA97C-895E-45E4-BD2F-3647D34F78DF}"/>
              </a:ext>
              <a:ext uri="{C183D7F6-B498-43B3-948B-1728B52AA6E4}">
                <adec:decorative xmlns:adec="http://schemas.microsoft.com/office/drawing/2017/decorative" val="1"/>
              </a:ext>
            </a:extLst>
          </p:cNvPr>
          <p:cNvGrpSpPr/>
          <p:nvPr userDrawn="1"/>
        </p:nvGrpSpPr>
        <p:grpSpPr>
          <a:xfrm>
            <a:off x="-10274" y="4208190"/>
            <a:ext cx="7172961" cy="67184"/>
            <a:chOff x="-10274" y="4208190"/>
            <a:chExt cx="7172961" cy="67184"/>
          </a:xfrm>
        </p:grpSpPr>
        <p:pic>
          <p:nvPicPr>
            <p:cNvPr id="14" name="Graphic 13">
              <a:extLst>
                <a:ext uri="{FF2B5EF4-FFF2-40B4-BE49-F238E27FC236}">
                  <a16:creationId xmlns:a16="http://schemas.microsoft.com/office/drawing/2014/main" id="{2F9AEAE6-22D1-45F4-9EA6-FC658A4B7608}"/>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946535" y="4211366"/>
              <a:ext cx="1216152" cy="64008"/>
            </a:xfrm>
            <a:prstGeom prst="rect">
              <a:avLst/>
            </a:prstGeom>
          </p:spPr>
        </p:pic>
        <p:sp>
          <p:nvSpPr>
            <p:cNvPr id="16" name="Parallelogram 3">
              <a:extLst>
                <a:ext uri="{FF2B5EF4-FFF2-40B4-BE49-F238E27FC236}">
                  <a16:creationId xmlns:a16="http://schemas.microsoft.com/office/drawing/2014/main" id="{8F200F08-91AA-438F-AB80-D6F41281C45D}"/>
                </a:ext>
              </a:extLst>
            </p:cNvPr>
            <p:cNvSpPr/>
            <p:nvPr userDrawn="1"/>
          </p:nvSpPr>
          <p:spPr>
            <a:xfrm>
              <a:off x="-10274" y="4208190"/>
              <a:ext cx="58521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Box 19">
            <a:extLst>
              <a:ext uri="{FF2B5EF4-FFF2-40B4-BE49-F238E27FC236}">
                <a16:creationId xmlns:a16="http://schemas.microsoft.com/office/drawing/2014/main" id="{ED3D3A22-51D2-4D4F-88A6-D99C5C3A09F1}"/>
              </a:ext>
            </a:extLst>
          </p:cNvPr>
          <p:cNvSpPr txBox="1"/>
          <p:nvPr userDrawn="1"/>
        </p:nvSpPr>
        <p:spPr>
          <a:xfrm>
            <a:off x="4844803" y="6460912"/>
            <a:ext cx="2355012"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i="1">
                <a:solidFill>
                  <a:schemeClr val="bg1"/>
                </a:solidFill>
              </a:rPr>
              <a:t>© USchools/iStock.</a:t>
            </a:r>
          </a:p>
        </p:txBody>
      </p:sp>
      <p:pic>
        <p:nvPicPr>
          <p:cNvPr id="23" name="Picture 22" descr="US DOT logo. ">
            <a:extLst>
              <a:ext uri="{FF2B5EF4-FFF2-40B4-BE49-F238E27FC236}">
                <a16:creationId xmlns:a16="http://schemas.microsoft.com/office/drawing/2014/main" id="{4ED2E6A9-FF2F-0C42-BADC-BC2367B4534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6628" y="226241"/>
            <a:ext cx="1456835" cy="578450"/>
          </a:xfrm>
          <a:prstGeom prst="rect">
            <a:avLst/>
          </a:prstGeom>
        </p:spPr>
      </p:pic>
      <p:pic>
        <p:nvPicPr>
          <p:cNvPr id="25" name="Picture 24" descr="Turner-Fairbank Highway Research Center logo. ">
            <a:extLst>
              <a:ext uri="{FF2B5EF4-FFF2-40B4-BE49-F238E27FC236}">
                <a16:creationId xmlns:a16="http://schemas.microsoft.com/office/drawing/2014/main" id="{7ED7A2EA-7C1E-734E-9077-180FAAFF30E5}"/>
              </a:ext>
            </a:extLst>
          </p:cNvPr>
          <p:cNvPicPr>
            <a:picLocks noChangeAspect="1"/>
          </p:cNvPicPr>
          <p:nvPr userDrawn="1"/>
        </p:nvPicPr>
        <p:blipFill rotWithShape="1">
          <a:blip r:embed="rId6" cstate="screen">
            <a:extLst>
              <a:ext uri="{28A0092B-C50C-407E-A947-70E740481C1C}">
                <a14:useLocalDpi xmlns:a14="http://schemas.microsoft.com/office/drawing/2010/main" val="0"/>
              </a:ext>
            </a:extLst>
          </a:blip>
          <a:srcRect l="-11725" r="-11725"/>
          <a:stretch/>
        </p:blipFill>
        <p:spPr>
          <a:xfrm>
            <a:off x="92297" y="877011"/>
            <a:ext cx="1920240" cy="396982"/>
          </a:xfrm>
          <a:prstGeom prst="rect">
            <a:avLst/>
          </a:prstGeom>
        </p:spPr>
      </p:pic>
    </p:spTree>
    <p:extLst>
      <p:ext uri="{BB962C8B-B14F-4D97-AF65-F5344CB8AC3E}">
        <p14:creationId xmlns:p14="http://schemas.microsoft.com/office/powerpoint/2010/main" val="39135460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9CDF21-6DC9-458E-93F8-9D84DD7CD65E}"/>
              </a:ext>
              <a:ext uri="{C183D7F6-B498-43B3-948B-1728B52AA6E4}">
                <adec:decorative xmlns:adec="http://schemas.microsoft.com/office/drawing/2017/decorative" val="1"/>
              </a:ext>
            </a:extLst>
          </p:cNvPr>
          <p:cNvSpPr/>
          <p:nvPr userDrawn="1"/>
        </p:nvSpPr>
        <p:spPr>
          <a:xfrm>
            <a:off x="0" y="3457574"/>
            <a:ext cx="12192000" cy="34004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C24FD02E-15D1-4298-A473-B21335220E9E}"/>
              </a:ext>
            </a:extLst>
          </p:cNvPr>
          <p:cNvSpPr>
            <a:spLocks noGrp="1"/>
          </p:cNvSpPr>
          <p:nvPr>
            <p:ph type="pic" sz="quarter" idx="10"/>
          </p:nvPr>
        </p:nvSpPr>
        <p:spPr>
          <a:xfrm>
            <a:off x="0" y="0"/>
            <a:ext cx="12192000" cy="3457574"/>
          </a:xfrm>
        </p:spPr>
        <p:txBody>
          <a:bodyPr/>
          <a:lstStyle/>
          <a:p>
            <a:endParaRPr lang="en-US"/>
          </a:p>
        </p:txBody>
      </p:sp>
      <p:grpSp>
        <p:nvGrpSpPr>
          <p:cNvPr id="9" name="Group 8">
            <a:extLst>
              <a:ext uri="{FF2B5EF4-FFF2-40B4-BE49-F238E27FC236}">
                <a16:creationId xmlns:a16="http://schemas.microsoft.com/office/drawing/2014/main" id="{2ADF576F-F650-4C8A-A874-77F66E3D3CBD}"/>
              </a:ext>
              <a:ext uri="{C183D7F6-B498-43B3-948B-1728B52AA6E4}">
                <adec:decorative xmlns:adec="http://schemas.microsoft.com/office/drawing/2017/decorative" val="1"/>
              </a:ext>
            </a:extLst>
          </p:cNvPr>
          <p:cNvGrpSpPr/>
          <p:nvPr userDrawn="1"/>
        </p:nvGrpSpPr>
        <p:grpSpPr>
          <a:xfrm>
            <a:off x="-9098" y="3466434"/>
            <a:ext cx="12210196" cy="64008"/>
            <a:chOff x="-9098" y="3444238"/>
            <a:chExt cx="12210196" cy="64008"/>
          </a:xfrm>
        </p:grpSpPr>
        <p:pic>
          <p:nvPicPr>
            <p:cNvPr id="10" name="Graphic 9">
              <a:extLst>
                <a:ext uri="{FF2B5EF4-FFF2-40B4-BE49-F238E27FC236}">
                  <a16:creationId xmlns:a16="http://schemas.microsoft.com/office/drawing/2014/main" id="{F01243BA-6EE5-4226-B535-27F2F1BF50C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984946" y="3444238"/>
              <a:ext cx="1216152" cy="64008"/>
            </a:xfrm>
            <a:prstGeom prst="rect">
              <a:avLst/>
            </a:prstGeom>
          </p:spPr>
        </p:pic>
        <p:sp>
          <p:nvSpPr>
            <p:cNvPr id="12" name="Parallelogram 3">
              <a:extLst>
                <a:ext uri="{FF2B5EF4-FFF2-40B4-BE49-F238E27FC236}">
                  <a16:creationId xmlns:a16="http://schemas.microsoft.com/office/drawing/2014/main" id="{E7A65386-E687-4B2A-AC82-5A18555CFA92}"/>
                </a:ext>
              </a:extLst>
            </p:cNvPr>
            <p:cNvSpPr/>
            <p:nvPr userDrawn="1"/>
          </p:nvSpPr>
          <p:spPr>
            <a:xfrm>
              <a:off x="-9098" y="3444238"/>
              <a:ext cx="108813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831850" y="4019550"/>
            <a:ext cx="10515600" cy="1171575"/>
          </a:xfrm>
        </p:spPr>
        <p:txBody>
          <a:bodyPr anchor="b">
            <a:normAutofit/>
          </a:bodyPr>
          <a:lstStyle>
            <a:lvl1pPr>
              <a:defRPr sz="4800">
                <a:solidFill>
                  <a:schemeClr val="bg1"/>
                </a:solidFill>
              </a:defRPr>
            </a:lvl1pPr>
          </a:lstStyle>
          <a:p>
            <a:r>
              <a:rPr lang="en-US"/>
              <a:t>Click to Enter Section Title</a:t>
            </a:r>
          </a:p>
        </p:txBody>
      </p:sp>
      <p:sp>
        <p:nvSpPr>
          <p:cNvPr id="3" name="Text Placeholder 2">
            <a:extLst>
              <a:ext uri="{FF2B5EF4-FFF2-40B4-BE49-F238E27FC236}">
                <a16:creationId xmlns:a16="http://schemas.microsoft.com/office/drawing/2014/main" id="{CE9B5D76-AE66-4469-9D16-9B138265C410}"/>
              </a:ext>
            </a:extLst>
          </p:cNvPr>
          <p:cNvSpPr>
            <a:spLocks noGrp="1"/>
          </p:cNvSpPr>
          <p:nvPr>
            <p:ph type="body" idx="1" hasCustomPrompt="1"/>
          </p:nvPr>
        </p:nvSpPr>
        <p:spPr>
          <a:xfrm>
            <a:off x="831850" y="5218114"/>
            <a:ext cx="10515600" cy="506412"/>
          </a:xfrm>
        </p:spPr>
        <p:txBody>
          <a:bodyPr/>
          <a:lstStyle>
            <a:lvl1pPr marL="0" indent="0">
              <a:buNone/>
              <a:defRPr sz="24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enter section subtitle</a:t>
            </a:r>
          </a:p>
        </p:txBody>
      </p:sp>
      <p:sp>
        <p:nvSpPr>
          <p:cNvPr id="14" name="Text Placeholder 7">
            <a:extLst>
              <a:ext uri="{FF2B5EF4-FFF2-40B4-BE49-F238E27FC236}">
                <a16:creationId xmlns:a16="http://schemas.microsoft.com/office/drawing/2014/main" id="{AE8A8104-E515-4E3B-8BD6-AE5D563A1A54}"/>
              </a:ext>
            </a:extLst>
          </p:cNvPr>
          <p:cNvSpPr>
            <a:spLocks noGrp="1"/>
          </p:cNvSpPr>
          <p:nvPr>
            <p:ph type="body" sz="quarter" idx="12" hasCustomPrompt="1"/>
          </p:nvPr>
        </p:nvSpPr>
        <p:spPr>
          <a:xfrm>
            <a:off x="9489057" y="3617723"/>
            <a:ext cx="2515678" cy="233362"/>
          </a:xfrm>
        </p:spPr>
        <p:txBody>
          <a:bodyPr>
            <a:noAutofit/>
          </a:bodyPr>
          <a:lstStyle>
            <a:lvl1pPr marL="0" indent="0" algn="r">
              <a:buNone/>
              <a:defRPr sz="900" i="1">
                <a:solidFill>
                  <a:schemeClr val="bg1"/>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pic>
        <p:nvPicPr>
          <p:cNvPr id="15" name="Picture 14" descr="Turner-Fairbank Highway Research Center logos. ">
            <a:extLst>
              <a:ext uri="{FF2B5EF4-FFF2-40B4-BE49-F238E27FC236}">
                <a16:creationId xmlns:a16="http://schemas.microsoft.com/office/drawing/2014/main" id="{69237D8C-699F-4423-A8DB-2D60697E1F50}"/>
              </a:ext>
            </a:extLst>
          </p:cNvPr>
          <p:cNvPicPr>
            <a:picLocks noChangeAspect="1"/>
          </p:cNvPicPr>
          <p:nvPr userDrawn="1"/>
        </p:nvPicPr>
        <p:blipFill rotWithShape="1">
          <a:blip r:embed="rId4" cstate="screen">
            <a:extLst>
              <a:ext uri="{28A0092B-C50C-407E-A947-70E740481C1C}">
                <a14:useLocalDpi xmlns:a14="http://schemas.microsoft.com/office/drawing/2010/main" val="0"/>
              </a:ext>
            </a:extLst>
          </a:blip>
          <a:srcRect l="-11725" r="-11725"/>
          <a:stretch/>
        </p:blipFill>
        <p:spPr>
          <a:xfrm>
            <a:off x="9863508" y="6237539"/>
            <a:ext cx="2311883" cy="477949"/>
          </a:xfrm>
          <a:prstGeom prst="rect">
            <a:avLst/>
          </a:prstGeom>
        </p:spPr>
      </p:pic>
      <p:pic>
        <p:nvPicPr>
          <p:cNvPr id="16" name="Picture 15" descr="US DOT logo. ">
            <a:extLst>
              <a:ext uri="{FF2B5EF4-FFF2-40B4-BE49-F238E27FC236}">
                <a16:creationId xmlns:a16="http://schemas.microsoft.com/office/drawing/2014/main" id="{54C55E58-CC6D-4860-93E9-057270BBDE2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49600" y="5715044"/>
            <a:ext cx="1163146" cy="461838"/>
          </a:xfrm>
          <a:prstGeom prst="rect">
            <a:avLst/>
          </a:prstGeom>
        </p:spPr>
      </p:pic>
    </p:spTree>
    <p:extLst>
      <p:ext uri="{BB962C8B-B14F-4D97-AF65-F5344CB8AC3E}">
        <p14:creationId xmlns:p14="http://schemas.microsoft.com/office/powerpoint/2010/main" val="34747523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Slide - Static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9CDF21-6DC9-458E-93F8-9D84DD7CD65E}"/>
              </a:ext>
              <a:ext uri="{C183D7F6-B498-43B3-948B-1728B52AA6E4}">
                <adec:decorative xmlns:adec="http://schemas.microsoft.com/office/drawing/2017/decorative" val="1"/>
              </a:ext>
            </a:extLst>
          </p:cNvPr>
          <p:cNvSpPr/>
          <p:nvPr userDrawn="1"/>
        </p:nvSpPr>
        <p:spPr>
          <a:xfrm>
            <a:off x="9098" y="9525"/>
            <a:ext cx="12192000" cy="6848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Placeholder 10" descr="Various icons representing highway research and technology overlay a blurred street and traffic background. ">
            <a:extLst>
              <a:ext uri="{FF2B5EF4-FFF2-40B4-BE49-F238E27FC236}">
                <a16:creationId xmlns:a16="http://schemas.microsoft.com/office/drawing/2014/main" id="{F4BF55A3-4D20-4623-8615-64353D46D0FC}"/>
              </a:ext>
            </a:extLst>
          </p:cNvPr>
          <p:cNvPicPr>
            <a:picLocks noChangeAspect="1"/>
          </p:cNvPicPr>
          <p:nvPr userDrawn="1"/>
        </p:nvPicPr>
        <p:blipFill>
          <a:blip r:embed="rId2" cstate="screen">
            <a:extLst>
              <a:ext uri="{28A0092B-C50C-407E-A947-70E740481C1C}">
                <a14:useLocalDpi xmlns:a14="http://schemas.microsoft.com/office/drawing/2010/main" val="0"/>
              </a:ext>
            </a:extLst>
          </a:blip>
          <a:srcRect/>
          <a:stretch/>
        </p:blipFill>
        <p:spPr>
          <a:xfrm>
            <a:off x="0" y="0"/>
            <a:ext cx="12192000" cy="3457574"/>
          </a:xfrm>
          <a:prstGeom prst="rect">
            <a:avLst/>
          </a:prstGeom>
        </p:spPr>
      </p:pic>
      <p:grpSp>
        <p:nvGrpSpPr>
          <p:cNvPr id="19" name="Group 18">
            <a:extLst>
              <a:ext uri="{FF2B5EF4-FFF2-40B4-BE49-F238E27FC236}">
                <a16:creationId xmlns:a16="http://schemas.microsoft.com/office/drawing/2014/main" id="{E22A044D-701D-4FFD-A683-DA6D5842D816}"/>
              </a:ext>
              <a:ext uri="{C183D7F6-B498-43B3-948B-1728B52AA6E4}">
                <adec:decorative xmlns:adec="http://schemas.microsoft.com/office/drawing/2017/decorative" val="1"/>
              </a:ext>
            </a:extLst>
          </p:cNvPr>
          <p:cNvGrpSpPr/>
          <p:nvPr userDrawn="1"/>
        </p:nvGrpSpPr>
        <p:grpSpPr>
          <a:xfrm>
            <a:off x="-9098" y="3444238"/>
            <a:ext cx="12210196" cy="64008"/>
            <a:chOff x="-9098" y="3444238"/>
            <a:chExt cx="12210196" cy="64008"/>
          </a:xfrm>
        </p:grpSpPr>
        <p:pic>
          <p:nvPicPr>
            <p:cNvPr id="17" name="Graphic 16">
              <a:extLst>
                <a:ext uri="{FF2B5EF4-FFF2-40B4-BE49-F238E27FC236}">
                  <a16:creationId xmlns:a16="http://schemas.microsoft.com/office/drawing/2014/main" id="{6DB8DE3B-2632-4CE3-9393-D59B93CE8C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984946" y="3444238"/>
              <a:ext cx="1216152" cy="64008"/>
            </a:xfrm>
            <a:prstGeom prst="rect">
              <a:avLst/>
            </a:prstGeom>
          </p:spPr>
        </p:pic>
        <p:sp>
          <p:nvSpPr>
            <p:cNvPr id="18" name="Parallelogram 3">
              <a:extLst>
                <a:ext uri="{FF2B5EF4-FFF2-40B4-BE49-F238E27FC236}">
                  <a16:creationId xmlns:a16="http://schemas.microsoft.com/office/drawing/2014/main" id="{31A68102-916A-4FAB-B5D6-E1B105A342B8}"/>
                </a:ext>
              </a:extLst>
            </p:cNvPr>
            <p:cNvSpPr/>
            <p:nvPr userDrawn="1"/>
          </p:nvSpPr>
          <p:spPr>
            <a:xfrm>
              <a:off x="-9098" y="3444238"/>
              <a:ext cx="10881360" cy="64008"/>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831850" y="4019550"/>
            <a:ext cx="10515600" cy="1171575"/>
          </a:xfrm>
        </p:spPr>
        <p:txBody>
          <a:bodyPr anchor="b">
            <a:normAutofit/>
          </a:bodyPr>
          <a:lstStyle>
            <a:lvl1pPr>
              <a:defRPr sz="4800">
                <a:solidFill>
                  <a:schemeClr val="bg1"/>
                </a:solidFill>
              </a:defRPr>
            </a:lvl1pPr>
          </a:lstStyle>
          <a:p>
            <a:r>
              <a:rPr lang="en-US"/>
              <a:t>Click to Enter Section Title</a:t>
            </a:r>
          </a:p>
        </p:txBody>
      </p:sp>
      <p:sp>
        <p:nvSpPr>
          <p:cNvPr id="3" name="Text Placeholder 2">
            <a:extLst>
              <a:ext uri="{FF2B5EF4-FFF2-40B4-BE49-F238E27FC236}">
                <a16:creationId xmlns:a16="http://schemas.microsoft.com/office/drawing/2014/main" id="{CE9B5D76-AE66-4469-9D16-9B138265C410}"/>
              </a:ext>
            </a:extLst>
          </p:cNvPr>
          <p:cNvSpPr>
            <a:spLocks noGrp="1"/>
          </p:cNvSpPr>
          <p:nvPr>
            <p:ph type="body" idx="1" hasCustomPrompt="1"/>
          </p:nvPr>
        </p:nvSpPr>
        <p:spPr>
          <a:xfrm>
            <a:off x="831850" y="5218114"/>
            <a:ext cx="10515600" cy="506412"/>
          </a:xfrm>
        </p:spPr>
        <p:txBody>
          <a:bodyPr/>
          <a:lstStyle>
            <a:lvl1pPr marL="0" indent="0">
              <a:buNone/>
              <a:defRPr sz="24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enter section subtitle</a:t>
            </a:r>
          </a:p>
        </p:txBody>
      </p:sp>
      <p:sp>
        <p:nvSpPr>
          <p:cNvPr id="14" name="TextBox 13">
            <a:extLst>
              <a:ext uri="{FF2B5EF4-FFF2-40B4-BE49-F238E27FC236}">
                <a16:creationId xmlns:a16="http://schemas.microsoft.com/office/drawing/2014/main" id="{5E9F36DA-85AD-4100-9016-99ACB1EB99D1}"/>
              </a:ext>
            </a:extLst>
          </p:cNvPr>
          <p:cNvSpPr txBox="1"/>
          <p:nvPr userDrawn="1"/>
        </p:nvSpPr>
        <p:spPr>
          <a:xfrm>
            <a:off x="9553667" y="3540253"/>
            <a:ext cx="2355012" cy="2308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i="1">
                <a:solidFill>
                  <a:schemeClr val="bg1"/>
                </a:solidFill>
              </a:rPr>
              <a:t>© USchools/iStock.</a:t>
            </a:r>
          </a:p>
        </p:txBody>
      </p:sp>
      <p:pic>
        <p:nvPicPr>
          <p:cNvPr id="15" name="DOT logo" descr="US DOT logo. ">
            <a:extLst>
              <a:ext uri="{FF2B5EF4-FFF2-40B4-BE49-F238E27FC236}">
                <a16:creationId xmlns:a16="http://schemas.microsoft.com/office/drawing/2014/main" id="{78AEE6FF-541C-2D4F-974D-8AD2E319AE3D}"/>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445412" y="5629477"/>
            <a:ext cx="1456835" cy="578450"/>
          </a:xfrm>
          <a:prstGeom prst="rect">
            <a:avLst/>
          </a:prstGeom>
        </p:spPr>
      </p:pic>
      <p:pic>
        <p:nvPicPr>
          <p:cNvPr id="16" name="TFHRC Logo" descr="Turner-Fairbank Highway Research Center logo. ">
            <a:extLst>
              <a:ext uri="{FF2B5EF4-FFF2-40B4-BE49-F238E27FC236}">
                <a16:creationId xmlns:a16="http://schemas.microsoft.com/office/drawing/2014/main" id="{E9B4D381-FC9B-B341-B19E-25CB8AA4A7C2}"/>
              </a:ext>
            </a:extLst>
          </p:cNvPr>
          <p:cNvPicPr>
            <a:picLocks noChangeAspect="1"/>
          </p:cNvPicPr>
          <p:nvPr userDrawn="1"/>
        </p:nvPicPr>
        <p:blipFill rotWithShape="1">
          <a:blip r:embed="rId6" cstate="screen">
            <a:extLst>
              <a:ext uri="{28A0092B-C50C-407E-A947-70E740481C1C}">
                <a14:useLocalDpi xmlns:a14="http://schemas.microsoft.com/office/drawing/2010/main" val="0"/>
              </a:ext>
            </a:extLst>
          </a:blip>
          <a:srcRect l="-11725" r="-11725"/>
          <a:stretch/>
        </p:blipFill>
        <p:spPr>
          <a:xfrm>
            <a:off x="10211081" y="6280247"/>
            <a:ext cx="1920240" cy="396982"/>
          </a:xfrm>
          <a:prstGeom prst="rect">
            <a:avLst/>
          </a:prstGeom>
        </p:spPr>
      </p:pic>
    </p:spTree>
    <p:extLst>
      <p:ext uri="{BB962C8B-B14F-4D97-AF65-F5344CB8AC3E}">
        <p14:creationId xmlns:p14="http://schemas.microsoft.com/office/powerpoint/2010/main" val="39098417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71F1-B7E8-4777-AAEE-A59D6CFF9503}"/>
              </a:ext>
            </a:extLst>
          </p:cNvPr>
          <p:cNvSpPr>
            <a:spLocks noGrp="1"/>
          </p:cNvSpPr>
          <p:nvPr>
            <p:ph type="title"/>
          </p:nvPr>
        </p:nvSpPr>
        <p:spPr>
          <a:xfrm>
            <a:off x="838200" y="669924"/>
            <a:ext cx="10515600" cy="1020764"/>
          </a:xfrm>
        </p:spPr>
        <p:txBody>
          <a:bodyPr/>
          <a:lstStyle>
            <a:lvl1pPr>
              <a:defRPr>
                <a:solidFill>
                  <a:schemeClr val="accent2"/>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109766E-A471-4A34-AFF6-A8CF70BE7A03}"/>
              </a:ext>
            </a:extLst>
          </p:cNvPr>
          <p:cNvSpPr>
            <a:spLocks noGrp="1"/>
          </p:cNvSpPr>
          <p:nvPr>
            <p:ph idx="1"/>
          </p:nvPr>
        </p:nvSpPr>
        <p:spPr>
          <a:xfrm>
            <a:off x="838200" y="1825625"/>
            <a:ext cx="10515600" cy="4269167"/>
          </a:xfrm>
        </p:spPr>
        <p:txBody>
          <a:bodyPr/>
          <a:lstStyle>
            <a:lvl1pPr marL="404813" indent="-404813">
              <a:spcBef>
                <a:spcPts val="1800"/>
              </a:spcBef>
              <a:buClr>
                <a:srgbClr val="04848C"/>
              </a:buClr>
              <a:tabLst/>
              <a:defRPr>
                <a:latin typeface="Arial" panose="020B0604020202020204" pitchFamily="34" charset="0"/>
                <a:cs typeface="Arial" panose="020B0604020202020204" pitchFamily="34" charset="0"/>
              </a:defRPr>
            </a:lvl1pPr>
            <a:lvl2pPr marL="744538" indent="-287338">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a:extLst>
              <a:ext uri="{FF2B5EF4-FFF2-40B4-BE49-F238E27FC236}">
                <a16:creationId xmlns:a16="http://schemas.microsoft.com/office/drawing/2014/main" id="{AFEC9AC3-2B57-4B4A-98ED-3AF0368DC675}"/>
              </a:ext>
            </a:extLst>
          </p:cNvPr>
          <p:cNvSpPr>
            <a:spLocks noGrp="1"/>
          </p:cNvSpPr>
          <p:nvPr>
            <p:ph type="sldNum" sz="quarter" idx="10"/>
          </p:nvPr>
        </p:nvSpPr>
        <p:spPr>
          <a:xfrm>
            <a:off x="11145290" y="6095064"/>
            <a:ext cx="771525" cy="234234"/>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29691912-3321-4F2D-A980-9CA5FE309265}" type="slidenum">
              <a:rPr lang="en-US" smtClean="0"/>
              <a:pPr/>
              <a:t>‹#›</a:t>
            </a:fld>
            <a:endParaRPr lang="en-US"/>
          </a:p>
        </p:txBody>
      </p:sp>
      <p:grpSp>
        <p:nvGrpSpPr>
          <p:cNvPr id="17" name="Group 16">
            <a:extLst>
              <a:ext uri="{FF2B5EF4-FFF2-40B4-BE49-F238E27FC236}">
                <a16:creationId xmlns:a16="http://schemas.microsoft.com/office/drawing/2014/main" id="{7CA6163F-1133-4829-B06F-1BDE60A8C6C1}"/>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18" name="Graphic 17">
              <a:extLst>
                <a:ext uri="{FF2B5EF4-FFF2-40B4-BE49-F238E27FC236}">
                  <a16:creationId xmlns:a16="http://schemas.microsoft.com/office/drawing/2014/main" id="{C0E2A0A6-86CB-40A1-96AB-F3EF7E877328}"/>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19" name="Parallelogram 3">
              <a:extLst>
                <a:ext uri="{FF2B5EF4-FFF2-40B4-BE49-F238E27FC236}">
                  <a16:creationId xmlns:a16="http://schemas.microsoft.com/office/drawing/2014/main" id="{4C7CD985-BEF2-448F-9300-47C569A0604A}"/>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3" name="Picture 22" descr="Turner-Fairbank Highway Research Center logo. ">
            <a:extLst>
              <a:ext uri="{FF2B5EF4-FFF2-40B4-BE49-F238E27FC236}">
                <a16:creationId xmlns:a16="http://schemas.microsoft.com/office/drawing/2014/main" id="{8C4B2BFD-4A1A-4410-B289-4CDD14196DBF}"/>
              </a:ext>
            </a:extLst>
          </p:cNvPr>
          <p:cNvPicPr>
            <a:picLocks noChangeAspect="1"/>
          </p:cNvPicPr>
          <p:nvPr userDrawn="1"/>
        </p:nvPicPr>
        <p:blipFill>
          <a:blip r:embed="rId4" cstate="print">
            <a:alphaModFix amt="50000"/>
            <a:extLst>
              <a:ext uri="{28A0092B-C50C-407E-A947-70E740481C1C}">
                <a14:useLocalDpi xmlns:a14="http://schemas.microsoft.com/office/drawing/2010/main" val="0"/>
              </a:ext>
            </a:extLst>
          </a:blip>
          <a:stretch>
            <a:fillRect/>
          </a:stretch>
        </p:blipFill>
        <p:spPr>
          <a:xfrm>
            <a:off x="1571496" y="6451308"/>
            <a:ext cx="1317430" cy="279954"/>
          </a:xfrm>
          <a:prstGeom prst="rect">
            <a:avLst/>
          </a:prstGeom>
        </p:spPr>
      </p:pic>
      <p:pic>
        <p:nvPicPr>
          <p:cNvPr id="24" name="Picture 23" descr="U.S. Department of Transportation, Federal Highway Administration logo. ">
            <a:extLst>
              <a:ext uri="{FF2B5EF4-FFF2-40B4-BE49-F238E27FC236}">
                <a16:creationId xmlns:a16="http://schemas.microsoft.com/office/drawing/2014/main" id="{06A282F3-B5DC-4042-8E96-116297910CF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spTree>
    <p:extLst>
      <p:ext uri="{BB962C8B-B14F-4D97-AF65-F5344CB8AC3E}">
        <p14:creationId xmlns:p14="http://schemas.microsoft.com/office/powerpoint/2010/main" val="2931381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Conten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571F1-B7E8-4777-AAEE-A59D6CFF9503}"/>
              </a:ext>
            </a:extLst>
          </p:cNvPr>
          <p:cNvSpPr>
            <a:spLocks noGrp="1"/>
          </p:cNvSpPr>
          <p:nvPr>
            <p:ph type="title"/>
          </p:nvPr>
        </p:nvSpPr>
        <p:spPr>
          <a:xfrm>
            <a:off x="838200" y="669924"/>
            <a:ext cx="5764619" cy="1020764"/>
          </a:xfrm>
        </p:spPr>
        <p:txBody>
          <a:bodyPr/>
          <a:lstStyle>
            <a:lvl1pPr>
              <a:defRPr>
                <a:solidFill>
                  <a:schemeClr val="accent2"/>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109766E-A471-4A34-AFF6-A8CF70BE7A03}"/>
              </a:ext>
            </a:extLst>
          </p:cNvPr>
          <p:cNvSpPr>
            <a:spLocks noGrp="1"/>
          </p:cNvSpPr>
          <p:nvPr>
            <p:ph idx="1"/>
          </p:nvPr>
        </p:nvSpPr>
        <p:spPr>
          <a:xfrm>
            <a:off x="838200" y="1825625"/>
            <a:ext cx="5764619" cy="3927903"/>
          </a:xfrm>
        </p:spPr>
        <p:txBody>
          <a:bodyPr/>
          <a:lstStyle>
            <a:lvl1pPr marL="404813" indent="-404813">
              <a:spcBef>
                <a:spcPts val="1800"/>
              </a:spcBef>
              <a:buClr>
                <a:srgbClr val="04848C"/>
              </a:buClr>
              <a:tabLst/>
              <a:defRPr>
                <a:latin typeface="Arial" panose="020B0604020202020204" pitchFamily="34" charset="0"/>
                <a:cs typeface="Arial" panose="020B0604020202020204" pitchFamily="34" charset="0"/>
              </a:defRPr>
            </a:lvl1pPr>
            <a:lvl2pPr marL="744538" indent="-287338">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a:extLst>
              <a:ext uri="{FF2B5EF4-FFF2-40B4-BE49-F238E27FC236}">
                <a16:creationId xmlns:a16="http://schemas.microsoft.com/office/drawing/2014/main" id="{115FBE4F-15E8-464B-AB50-D7E69333BCA9}"/>
              </a:ext>
            </a:extLst>
          </p:cNvPr>
          <p:cNvSpPr>
            <a:spLocks noGrp="1"/>
          </p:cNvSpPr>
          <p:nvPr>
            <p:ph type="pic" sz="quarter" idx="10"/>
          </p:nvPr>
        </p:nvSpPr>
        <p:spPr>
          <a:xfrm>
            <a:off x="7113588" y="0"/>
            <a:ext cx="5078412" cy="6858000"/>
          </a:xfrm>
        </p:spPr>
        <p:txBody>
          <a:bodyPr/>
          <a:lstStyle/>
          <a:p>
            <a:endParaRPr lang="en-US"/>
          </a:p>
        </p:txBody>
      </p:sp>
      <p:grpSp>
        <p:nvGrpSpPr>
          <p:cNvPr id="4" name="Group 3">
            <a:extLst>
              <a:ext uri="{FF2B5EF4-FFF2-40B4-BE49-F238E27FC236}">
                <a16:creationId xmlns:a16="http://schemas.microsoft.com/office/drawing/2014/main" id="{94A98486-E1B0-4305-B9B4-25E03A70B78A}"/>
              </a:ext>
              <a:ext uri="{C183D7F6-B498-43B3-948B-1728B52AA6E4}">
                <adec:decorative xmlns:adec="http://schemas.microsoft.com/office/drawing/2017/decorative" val="1"/>
              </a:ext>
            </a:extLst>
          </p:cNvPr>
          <p:cNvGrpSpPr/>
          <p:nvPr userDrawn="1"/>
        </p:nvGrpSpPr>
        <p:grpSpPr>
          <a:xfrm>
            <a:off x="-10274" y="6188682"/>
            <a:ext cx="7041241" cy="48895"/>
            <a:chOff x="-10274" y="6274942"/>
            <a:chExt cx="7041241" cy="48895"/>
          </a:xfrm>
        </p:grpSpPr>
        <p:pic>
          <p:nvPicPr>
            <p:cNvPr id="11" name="Graphic 10">
              <a:extLst>
                <a:ext uri="{FF2B5EF4-FFF2-40B4-BE49-F238E27FC236}">
                  <a16:creationId xmlns:a16="http://schemas.microsoft.com/office/drawing/2014/main" id="{007BB11B-2D74-471A-8BF7-E734C846336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162287" y="6278117"/>
              <a:ext cx="868680" cy="45720"/>
            </a:xfrm>
            <a:prstGeom prst="rect">
              <a:avLst/>
            </a:prstGeom>
          </p:spPr>
        </p:pic>
        <p:sp>
          <p:nvSpPr>
            <p:cNvPr id="14" name="Parallelogram 3">
              <a:extLst>
                <a:ext uri="{FF2B5EF4-FFF2-40B4-BE49-F238E27FC236}">
                  <a16:creationId xmlns:a16="http://schemas.microsoft.com/office/drawing/2014/main" id="{8160CE01-D327-4C2F-9E26-0CF03FACE2BB}"/>
                </a:ext>
              </a:extLst>
            </p:cNvPr>
            <p:cNvSpPr/>
            <p:nvPr userDrawn="1"/>
          </p:nvSpPr>
          <p:spPr>
            <a:xfrm>
              <a:off x="-10274" y="6274942"/>
              <a:ext cx="621792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 Placeholder 7">
            <a:extLst>
              <a:ext uri="{FF2B5EF4-FFF2-40B4-BE49-F238E27FC236}">
                <a16:creationId xmlns:a16="http://schemas.microsoft.com/office/drawing/2014/main" id="{01307E82-138C-4B4F-BD97-7B5664AEBAFA}"/>
              </a:ext>
            </a:extLst>
          </p:cNvPr>
          <p:cNvSpPr>
            <a:spLocks noGrp="1"/>
          </p:cNvSpPr>
          <p:nvPr>
            <p:ph type="body" sz="quarter" idx="12" hasCustomPrompt="1"/>
          </p:nvPr>
        </p:nvSpPr>
        <p:spPr>
          <a:xfrm>
            <a:off x="4515289" y="6503987"/>
            <a:ext cx="2515678" cy="233362"/>
          </a:xfrm>
        </p:spPr>
        <p:txBody>
          <a:bodyPr>
            <a:noAutofit/>
          </a:bodyPr>
          <a:lstStyle>
            <a:lvl1pPr marL="0" indent="0" algn="r">
              <a:buNone/>
              <a:defRPr sz="900" i="1">
                <a:solidFill>
                  <a:schemeClr val="bg1">
                    <a:lumMod val="5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pic>
        <p:nvPicPr>
          <p:cNvPr id="34" name="Picture 33" descr="Turner-Fairbank Highway Research Center logo. ">
            <a:extLst>
              <a:ext uri="{FF2B5EF4-FFF2-40B4-BE49-F238E27FC236}">
                <a16:creationId xmlns:a16="http://schemas.microsoft.com/office/drawing/2014/main" id="{3E9A9130-24C0-4F95-B0FC-4934CCB2301C}"/>
              </a:ext>
            </a:extLst>
          </p:cNvPr>
          <p:cNvPicPr>
            <a:picLocks noChangeAspect="1"/>
          </p:cNvPicPr>
          <p:nvPr userDrawn="1"/>
        </p:nvPicPr>
        <p:blipFill>
          <a:blip r:embed="rId4" cstate="print">
            <a:alphaModFix amt="50000"/>
            <a:extLst>
              <a:ext uri="{28A0092B-C50C-407E-A947-70E740481C1C}">
                <a14:useLocalDpi xmlns:a14="http://schemas.microsoft.com/office/drawing/2010/main" val="0"/>
              </a:ext>
            </a:extLst>
          </a:blip>
          <a:stretch>
            <a:fillRect/>
          </a:stretch>
        </p:blipFill>
        <p:spPr>
          <a:xfrm>
            <a:off x="1571496" y="6451308"/>
            <a:ext cx="1317430" cy="279954"/>
          </a:xfrm>
          <a:prstGeom prst="rect">
            <a:avLst/>
          </a:prstGeom>
        </p:spPr>
      </p:pic>
      <p:pic>
        <p:nvPicPr>
          <p:cNvPr id="13" name="Picture 12" descr="U.S. Department of Transportation, Federal Highway Administration logo. ">
            <a:extLst>
              <a:ext uri="{FF2B5EF4-FFF2-40B4-BE49-F238E27FC236}">
                <a16:creationId xmlns:a16="http://schemas.microsoft.com/office/drawing/2014/main" id="{01914D9D-E0A5-0D43-B425-660C9674849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spTree>
    <p:extLst>
      <p:ext uri="{BB962C8B-B14F-4D97-AF65-F5344CB8AC3E}">
        <p14:creationId xmlns:p14="http://schemas.microsoft.com/office/powerpoint/2010/main" val="16126122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62C4C-6A1A-4322-A39B-AC356DC5DE25}"/>
              </a:ext>
            </a:extLst>
          </p:cNvPr>
          <p:cNvSpPr>
            <a:spLocks noGrp="1"/>
          </p:cNvSpPr>
          <p:nvPr>
            <p:ph type="title"/>
          </p:nvPr>
        </p:nvSpPr>
        <p:spPr>
          <a:xfrm>
            <a:off x="839788" y="668337"/>
            <a:ext cx="10515600" cy="10223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2379B6-1E5F-46DA-8CE6-F79AFE936D50}"/>
              </a:ext>
            </a:extLst>
          </p:cNvPr>
          <p:cNvSpPr>
            <a:spLocks noGrp="1"/>
          </p:cNvSpPr>
          <p:nvPr>
            <p:ph type="body" idx="1"/>
          </p:nvPr>
        </p:nvSpPr>
        <p:spPr>
          <a:xfrm>
            <a:off x="839788" y="1690687"/>
            <a:ext cx="5157787" cy="814388"/>
          </a:xfrm>
        </p:spPr>
        <p:txBody>
          <a:bodyPr anchor="b"/>
          <a:lstStyle>
            <a:lvl1pPr marL="0" indent="0">
              <a:buNone/>
              <a:defRPr sz="2400" b="1">
                <a:solidFill>
                  <a:srgbClr val="04848C"/>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C49734-0C3A-4F08-803A-7F32B1BD9C28}"/>
              </a:ext>
            </a:extLst>
          </p:cNvPr>
          <p:cNvSpPr>
            <a:spLocks noGrp="1"/>
          </p:cNvSpPr>
          <p:nvPr>
            <p:ph sz="half" idx="2"/>
          </p:nvPr>
        </p:nvSpPr>
        <p:spPr>
          <a:xfrm>
            <a:off x="839788" y="2505075"/>
            <a:ext cx="5157787" cy="3546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84062B-5555-4CC8-966F-2DB99223C090}"/>
              </a:ext>
            </a:extLst>
          </p:cNvPr>
          <p:cNvSpPr>
            <a:spLocks noGrp="1"/>
          </p:cNvSpPr>
          <p:nvPr>
            <p:ph type="body" sz="quarter" idx="3"/>
          </p:nvPr>
        </p:nvSpPr>
        <p:spPr>
          <a:xfrm>
            <a:off x="6172200" y="1690687"/>
            <a:ext cx="5183188" cy="814387"/>
          </a:xfrm>
        </p:spPr>
        <p:txBody>
          <a:bodyPr anchor="b"/>
          <a:lstStyle>
            <a:lvl1pPr marL="0" indent="0">
              <a:buNone/>
              <a:defRPr sz="2400" b="1">
                <a:solidFill>
                  <a:srgbClr val="04848C"/>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6EC528-BC1B-4A5D-A0C9-42A99459F411}"/>
              </a:ext>
            </a:extLst>
          </p:cNvPr>
          <p:cNvSpPr>
            <a:spLocks noGrp="1"/>
          </p:cNvSpPr>
          <p:nvPr>
            <p:ph sz="quarter" idx="4"/>
          </p:nvPr>
        </p:nvSpPr>
        <p:spPr>
          <a:xfrm>
            <a:off x="6172200" y="2505075"/>
            <a:ext cx="5183188" cy="3546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Slide Number Placeholder 5">
            <a:extLst>
              <a:ext uri="{FF2B5EF4-FFF2-40B4-BE49-F238E27FC236}">
                <a16:creationId xmlns:a16="http://schemas.microsoft.com/office/drawing/2014/main" id="{FC964422-780F-4E6C-A393-F0C2F89EB970}"/>
              </a:ext>
            </a:extLst>
          </p:cNvPr>
          <p:cNvSpPr>
            <a:spLocks noGrp="1"/>
          </p:cNvSpPr>
          <p:nvPr>
            <p:ph type="sldNum" sz="quarter" idx="10"/>
          </p:nvPr>
        </p:nvSpPr>
        <p:spPr>
          <a:xfrm>
            <a:off x="11145290" y="6095064"/>
            <a:ext cx="771525" cy="234234"/>
          </a:xfrm>
          <a:prstGeom prst="rect">
            <a:avLst/>
          </a:prstGeom>
        </p:spPr>
        <p:txBody>
          <a:bodyPr vert="horz" lIns="91440" tIns="45720" rIns="91440" bIns="45720" rtlCol="0" anchor="ctr"/>
          <a:lstStyle>
            <a:lvl1pPr algn="r">
              <a:defRPr sz="1200">
                <a:solidFill>
                  <a:schemeClr val="tx1">
                    <a:tint val="75000"/>
                  </a:schemeClr>
                </a:solidFill>
              </a:defRPr>
            </a:lvl1pPr>
          </a:lstStyle>
          <a:p>
            <a:fld id="{29691912-3321-4F2D-A980-9CA5FE309265}" type="slidenum">
              <a:rPr lang="en-US" smtClean="0"/>
              <a:t>‹#›</a:t>
            </a:fld>
            <a:endParaRPr lang="en-US"/>
          </a:p>
        </p:txBody>
      </p:sp>
      <p:grpSp>
        <p:nvGrpSpPr>
          <p:cNvPr id="21" name="Group 20">
            <a:extLst>
              <a:ext uri="{FF2B5EF4-FFF2-40B4-BE49-F238E27FC236}">
                <a16:creationId xmlns:a16="http://schemas.microsoft.com/office/drawing/2014/main" id="{80ED6BBF-9D02-444C-9821-98E629FC0618}"/>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22" name="Graphic 21">
              <a:extLst>
                <a:ext uri="{FF2B5EF4-FFF2-40B4-BE49-F238E27FC236}">
                  <a16:creationId xmlns:a16="http://schemas.microsoft.com/office/drawing/2014/main" id="{4299275C-5D7D-4384-91C5-C5BA3CC874C1}"/>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23" name="Parallelogram 3">
              <a:extLst>
                <a:ext uri="{FF2B5EF4-FFF2-40B4-BE49-F238E27FC236}">
                  <a16:creationId xmlns:a16="http://schemas.microsoft.com/office/drawing/2014/main" id="{576C763A-BF51-4802-9557-6EB287F57691}"/>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7" name="Picture 26" descr="Turner-Fairbank Highway Research Center logo. ">
            <a:extLst>
              <a:ext uri="{FF2B5EF4-FFF2-40B4-BE49-F238E27FC236}">
                <a16:creationId xmlns:a16="http://schemas.microsoft.com/office/drawing/2014/main" id="{DBADF6A9-ECF3-47D3-A5C5-005D90355D06}"/>
              </a:ext>
            </a:extLst>
          </p:cNvPr>
          <p:cNvPicPr>
            <a:picLocks noChangeAspect="1"/>
          </p:cNvPicPr>
          <p:nvPr userDrawn="1"/>
        </p:nvPicPr>
        <p:blipFill>
          <a:blip r:embed="rId4" cstate="print">
            <a:alphaModFix amt="50000"/>
            <a:extLst>
              <a:ext uri="{28A0092B-C50C-407E-A947-70E740481C1C}">
                <a14:useLocalDpi xmlns:a14="http://schemas.microsoft.com/office/drawing/2010/main" val="0"/>
              </a:ext>
            </a:extLst>
          </a:blip>
          <a:stretch>
            <a:fillRect/>
          </a:stretch>
        </p:blipFill>
        <p:spPr>
          <a:xfrm>
            <a:off x="1571496" y="6451308"/>
            <a:ext cx="1317430" cy="279954"/>
          </a:xfrm>
          <a:prstGeom prst="rect">
            <a:avLst/>
          </a:prstGeom>
        </p:spPr>
      </p:pic>
      <p:pic>
        <p:nvPicPr>
          <p:cNvPr id="15" name="Picture 14" descr="U.S. Department of Transportation, Federal Highway Administration logo. ">
            <a:extLst>
              <a:ext uri="{FF2B5EF4-FFF2-40B4-BE49-F238E27FC236}">
                <a16:creationId xmlns:a16="http://schemas.microsoft.com/office/drawing/2014/main" id="{213FDD10-5953-384C-98D4-1AD84754C80F}"/>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spTree>
    <p:extLst>
      <p:ext uri="{BB962C8B-B14F-4D97-AF65-F5344CB8AC3E}">
        <p14:creationId xmlns:p14="http://schemas.microsoft.com/office/powerpoint/2010/main" val="28874998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enter photo">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0A2FC58D-6C3D-42B0-9A55-AC187DD20FF1}"/>
              </a:ext>
            </a:extLst>
          </p:cNvPr>
          <p:cNvSpPr>
            <a:spLocks noGrp="1"/>
          </p:cNvSpPr>
          <p:nvPr>
            <p:ph type="title"/>
          </p:nvPr>
        </p:nvSpPr>
        <p:spPr>
          <a:xfrm>
            <a:off x="345678" y="256178"/>
            <a:ext cx="3664347" cy="555969"/>
          </a:xfrm>
        </p:spPr>
        <p:txBody>
          <a:bodyPr>
            <a:normAutofit/>
          </a:bodyPr>
          <a:lstStyle>
            <a:lvl1pPr>
              <a:defRPr sz="2000"/>
            </a:lvl1pPr>
          </a:lstStyle>
          <a:p>
            <a:r>
              <a:rPr lang="en-US"/>
              <a:t>Click to edit Master title style</a:t>
            </a:r>
          </a:p>
        </p:txBody>
      </p:sp>
      <p:sp>
        <p:nvSpPr>
          <p:cNvPr id="3" name="Text Placeholder 2">
            <a:extLst>
              <a:ext uri="{FF2B5EF4-FFF2-40B4-BE49-F238E27FC236}">
                <a16:creationId xmlns:a16="http://schemas.microsoft.com/office/drawing/2014/main" id="{662379B6-1E5F-46DA-8CE6-F79AFE936D50}"/>
              </a:ext>
            </a:extLst>
          </p:cNvPr>
          <p:cNvSpPr>
            <a:spLocks noGrp="1"/>
          </p:cNvSpPr>
          <p:nvPr>
            <p:ph type="body" idx="1"/>
          </p:nvPr>
        </p:nvSpPr>
        <p:spPr>
          <a:xfrm>
            <a:off x="345678" y="1349945"/>
            <a:ext cx="3657600" cy="823912"/>
          </a:xfrm>
        </p:spPr>
        <p:txBody>
          <a:bodyPr anchor="b">
            <a:noAutofit/>
          </a:bodyPr>
          <a:lstStyle>
            <a:lvl1pPr marL="0" indent="0">
              <a:buNone/>
              <a:defRPr sz="2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C49734-0C3A-4F08-803A-7F32B1BD9C28}"/>
              </a:ext>
            </a:extLst>
          </p:cNvPr>
          <p:cNvSpPr>
            <a:spLocks noGrp="1"/>
          </p:cNvSpPr>
          <p:nvPr>
            <p:ph sz="half" idx="2"/>
          </p:nvPr>
        </p:nvSpPr>
        <p:spPr>
          <a:xfrm>
            <a:off x="345679" y="2173857"/>
            <a:ext cx="3657600" cy="36109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31418C83-BB26-4E11-93EC-A37F3E890750}"/>
              </a:ext>
            </a:extLst>
          </p:cNvPr>
          <p:cNvSpPr>
            <a:spLocks noGrp="1"/>
          </p:cNvSpPr>
          <p:nvPr>
            <p:ph type="pic" sz="quarter" idx="11"/>
          </p:nvPr>
        </p:nvSpPr>
        <p:spPr>
          <a:xfrm>
            <a:off x="4348956" y="0"/>
            <a:ext cx="3494088" cy="6858000"/>
          </a:xfrm>
        </p:spPr>
        <p:txBody>
          <a:bodyPr/>
          <a:lstStyle/>
          <a:p>
            <a:endParaRPr lang="en-US"/>
          </a:p>
        </p:txBody>
      </p:sp>
      <p:sp>
        <p:nvSpPr>
          <p:cNvPr id="5" name="Text Placeholder 4">
            <a:extLst>
              <a:ext uri="{FF2B5EF4-FFF2-40B4-BE49-F238E27FC236}">
                <a16:creationId xmlns:a16="http://schemas.microsoft.com/office/drawing/2014/main" id="{7484062B-5555-4CC8-966F-2DB99223C090}"/>
              </a:ext>
            </a:extLst>
          </p:cNvPr>
          <p:cNvSpPr>
            <a:spLocks noGrp="1"/>
          </p:cNvSpPr>
          <p:nvPr>
            <p:ph type="body" sz="quarter" idx="3"/>
          </p:nvPr>
        </p:nvSpPr>
        <p:spPr>
          <a:xfrm>
            <a:off x="8181975" y="1349945"/>
            <a:ext cx="3657600" cy="823912"/>
          </a:xfrm>
        </p:spPr>
        <p:txBody>
          <a:bodyPr anchor="b">
            <a:noAutofit/>
          </a:bodyPr>
          <a:lstStyle>
            <a:lvl1pPr marL="0" indent="0">
              <a:buNone/>
              <a:defRPr sz="2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6EC528-BC1B-4A5D-A0C9-42A99459F411}"/>
              </a:ext>
            </a:extLst>
          </p:cNvPr>
          <p:cNvSpPr>
            <a:spLocks noGrp="1"/>
          </p:cNvSpPr>
          <p:nvPr>
            <p:ph sz="quarter" idx="4"/>
          </p:nvPr>
        </p:nvSpPr>
        <p:spPr>
          <a:xfrm>
            <a:off x="8181975" y="2173857"/>
            <a:ext cx="3657600" cy="3603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Parallelogram 3">
            <a:extLst>
              <a:ext uri="{FF2B5EF4-FFF2-40B4-BE49-F238E27FC236}">
                <a16:creationId xmlns:a16="http://schemas.microsoft.com/office/drawing/2014/main" id="{34F29B03-47C7-4D14-B777-4934E5B285A0}"/>
              </a:ext>
              <a:ext uri="{C183D7F6-B498-43B3-948B-1728B52AA6E4}">
                <adec:decorative xmlns:adec="http://schemas.microsoft.com/office/drawing/2017/decorative" val="1"/>
              </a:ext>
            </a:extLst>
          </p:cNvPr>
          <p:cNvSpPr/>
          <p:nvPr userDrawn="1"/>
        </p:nvSpPr>
        <p:spPr>
          <a:xfrm>
            <a:off x="-9098" y="6188682"/>
            <a:ext cx="429768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42759DE6-CD09-4E5F-95C4-C4ED6A924DD2}"/>
              </a:ext>
              <a:ext uri="{C183D7F6-B498-43B3-948B-1728B52AA6E4}">
                <adec:decorative xmlns:adec="http://schemas.microsoft.com/office/drawing/2017/decorative" val="1"/>
              </a:ext>
            </a:extLst>
          </p:cNvPr>
          <p:cNvGrpSpPr/>
          <p:nvPr userDrawn="1"/>
        </p:nvGrpSpPr>
        <p:grpSpPr>
          <a:xfrm>
            <a:off x="7903418" y="6188682"/>
            <a:ext cx="3627635" cy="48895"/>
            <a:chOff x="7903418" y="6274942"/>
            <a:chExt cx="3627635" cy="48895"/>
          </a:xfrm>
        </p:grpSpPr>
        <p:pic>
          <p:nvPicPr>
            <p:cNvPr id="16" name="Graphic 15">
              <a:extLst>
                <a:ext uri="{FF2B5EF4-FFF2-40B4-BE49-F238E27FC236}">
                  <a16:creationId xmlns:a16="http://schemas.microsoft.com/office/drawing/2014/main" id="{4101DE45-14BA-456C-808D-689CD2F8B80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21" name="Parallelogram 3">
              <a:extLst>
                <a:ext uri="{FF2B5EF4-FFF2-40B4-BE49-F238E27FC236}">
                  <a16:creationId xmlns:a16="http://schemas.microsoft.com/office/drawing/2014/main" id="{9D0E1CD0-AB58-47B3-9093-74E681AA3C11}"/>
                </a:ext>
              </a:extLst>
            </p:cNvPr>
            <p:cNvSpPr/>
            <p:nvPr userDrawn="1"/>
          </p:nvSpPr>
          <p:spPr>
            <a:xfrm>
              <a:off x="7903418" y="6274942"/>
              <a:ext cx="265176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 Placeholder 7">
            <a:extLst>
              <a:ext uri="{FF2B5EF4-FFF2-40B4-BE49-F238E27FC236}">
                <a16:creationId xmlns:a16="http://schemas.microsoft.com/office/drawing/2014/main" id="{5AA1AB42-E2B8-410A-BF52-87A83DC6ED97}"/>
              </a:ext>
            </a:extLst>
          </p:cNvPr>
          <p:cNvSpPr>
            <a:spLocks noGrp="1"/>
          </p:cNvSpPr>
          <p:nvPr>
            <p:ph type="body" sz="quarter" idx="12" hasCustomPrompt="1"/>
          </p:nvPr>
        </p:nvSpPr>
        <p:spPr>
          <a:xfrm>
            <a:off x="7971459" y="6503987"/>
            <a:ext cx="2515678" cy="233362"/>
          </a:xfrm>
        </p:spPr>
        <p:txBody>
          <a:bodyPr>
            <a:noAutofit/>
          </a:bodyPr>
          <a:lstStyle>
            <a:lvl1pPr marL="0" indent="0" algn="l">
              <a:buNone/>
              <a:defRPr sz="900" i="1">
                <a:solidFill>
                  <a:schemeClr val="bg1">
                    <a:lumMod val="50000"/>
                  </a:schemeClr>
                </a:solidFill>
              </a:defRPr>
            </a:lvl1pPr>
            <a:lvl2pPr marL="457200" indent="0">
              <a:buNone/>
              <a:defRPr sz="1200">
                <a:solidFill>
                  <a:schemeClr val="bg1"/>
                </a:solidFill>
              </a:defRPr>
            </a:lvl2pPr>
            <a:lvl3pPr marL="914400" indent="0">
              <a:buNone/>
              <a:defRPr sz="12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a:r>
              <a:rPr lang="en-US"/>
              <a:t>Photo Source:</a:t>
            </a:r>
          </a:p>
        </p:txBody>
      </p:sp>
      <p:sp>
        <p:nvSpPr>
          <p:cNvPr id="28" name="Slide Number Placeholder 5">
            <a:extLst>
              <a:ext uri="{FF2B5EF4-FFF2-40B4-BE49-F238E27FC236}">
                <a16:creationId xmlns:a16="http://schemas.microsoft.com/office/drawing/2014/main" id="{A1235A5A-3B76-43A2-B9EF-3B789B6844C1}"/>
              </a:ext>
            </a:extLst>
          </p:cNvPr>
          <p:cNvSpPr>
            <a:spLocks noGrp="1"/>
          </p:cNvSpPr>
          <p:nvPr>
            <p:ph type="sldNum" sz="quarter" idx="10"/>
          </p:nvPr>
        </p:nvSpPr>
        <p:spPr>
          <a:xfrm>
            <a:off x="11145290" y="6095064"/>
            <a:ext cx="771525" cy="234234"/>
          </a:xfrm>
          <a:prstGeom prst="rect">
            <a:avLst/>
          </a:prstGeom>
        </p:spPr>
        <p:txBody>
          <a:bodyPr vert="horz" lIns="91440" tIns="45720" rIns="91440" bIns="45720" rtlCol="0" anchor="ctr"/>
          <a:lstStyle>
            <a:lvl1pPr algn="r">
              <a:defRPr sz="1200">
                <a:solidFill>
                  <a:schemeClr val="tx1">
                    <a:tint val="75000"/>
                  </a:schemeClr>
                </a:solidFill>
              </a:defRPr>
            </a:lvl1pPr>
          </a:lstStyle>
          <a:p>
            <a:fld id="{29691912-3321-4F2D-A980-9CA5FE309265}" type="slidenum">
              <a:rPr lang="en-US" smtClean="0"/>
              <a:t>‹#›</a:t>
            </a:fld>
            <a:endParaRPr lang="en-US"/>
          </a:p>
        </p:txBody>
      </p:sp>
      <p:pic>
        <p:nvPicPr>
          <p:cNvPr id="35" name="Picture 34" descr="Turner-Fairbank Highway Research Center logo. ">
            <a:extLst>
              <a:ext uri="{FF2B5EF4-FFF2-40B4-BE49-F238E27FC236}">
                <a16:creationId xmlns:a16="http://schemas.microsoft.com/office/drawing/2014/main" id="{C39DD200-54D6-479D-8CC1-93F2690AA9B4}"/>
              </a:ext>
            </a:extLst>
          </p:cNvPr>
          <p:cNvPicPr>
            <a:picLocks noChangeAspect="1"/>
          </p:cNvPicPr>
          <p:nvPr userDrawn="1"/>
        </p:nvPicPr>
        <p:blipFill>
          <a:blip r:embed="rId4" cstate="print">
            <a:alphaModFix amt="50000"/>
            <a:extLst>
              <a:ext uri="{28A0092B-C50C-407E-A947-70E740481C1C}">
                <a14:useLocalDpi xmlns:a14="http://schemas.microsoft.com/office/drawing/2010/main" val="0"/>
              </a:ext>
            </a:extLst>
          </a:blip>
          <a:stretch>
            <a:fillRect/>
          </a:stretch>
        </p:blipFill>
        <p:spPr>
          <a:xfrm>
            <a:off x="1571496" y="6451308"/>
            <a:ext cx="1317430" cy="279954"/>
          </a:xfrm>
          <a:prstGeom prst="rect">
            <a:avLst/>
          </a:prstGeom>
        </p:spPr>
      </p:pic>
      <p:pic>
        <p:nvPicPr>
          <p:cNvPr id="22" name="Picture 21" descr="U.S. Department of Transportation, Federal Highway Administration logo. ">
            <a:extLst>
              <a:ext uri="{FF2B5EF4-FFF2-40B4-BE49-F238E27FC236}">
                <a16:creationId xmlns:a16="http://schemas.microsoft.com/office/drawing/2014/main" id="{DA14E040-167D-C246-AE77-36C8B0E758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spTree>
    <p:extLst>
      <p:ext uri="{BB962C8B-B14F-4D97-AF65-F5344CB8AC3E}">
        <p14:creationId xmlns:p14="http://schemas.microsoft.com/office/powerpoint/2010/main" val="1889300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4C26-8770-4ACD-9F25-AACAF441C724}"/>
              </a:ext>
            </a:extLst>
          </p:cNvPr>
          <p:cNvSpPr>
            <a:spLocks noGrp="1"/>
          </p:cNvSpPr>
          <p:nvPr>
            <p:ph type="title"/>
          </p:nvPr>
        </p:nvSpPr>
        <p:spPr/>
        <p:txBody>
          <a:bodyPr/>
          <a:lstStyle/>
          <a:p>
            <a:r>
              <a:rPr lang="en-US"/>
              <a:t>Click to edit Master title style</a:t>
            </a:r>
          </a:p>
        </p:txBody>
      </p:sp>
      <p:sp>
        <p:nvSpPr>
          <p:cNvPr id="19" name="Slide Number Placeholder 5">
            <a:extLst>
              <a:ext uri="{FF2B5EF4-FFF2-40B4-BE49-F238E27FC236}">
                <a16:creationId xmlns:a16="http://schemas.microsoft.com/office/drawing/2014/main" id="{1BCC225C-0359-4617-A8F7-B4BFB9238D20}"/>
              </a:ext>
            </a:extLst>
          </p:cNvPr>
          <p:cNvSpPr>
            <a:spLocks noGrp="1"/>
          </p:cNvSpPr>
          <p:nvPr>
            <p:ph type="sldNum" sz="quarter" idx="10"/>
          </p:nvPr>
        </p:nvSpPr>
        <p:spPr>
          <a:xfrm>
            <a:off x="11145290" y="6095064"/>
            <a:ext cx="771525" cy="234234"/>
          </a:xfrm>
          <a:prstGeom prst="rect">
            <a:avLst/>
          </a:prstGeom>
        </p:spPr>
        <p:txBody>
          <a:bodyPr vert="horz" lIns="91440" tIns="45720" rIns="91440" bIns="45720" rtlCol="0" anchor="ctr"/>
          <a:lstStyle>
            <a:lvl1pPr algn="r">
              <a:defRPr sz="1200">
                <a:solidFill>
                  <a:schemeClr val="tx1">
                    <a:tint val="75000"/>
                  </a:schemeClr>
                </a:solidFill>
              </a:defRPr>
            </a:lvl1pPr>
          </a:lstStyle>
          <a:p>
            <a:fld id="{29691912-3321-4F2D-A980-9CA5FE309265}" type="slidenum">
              <a:rPr lang="en-US" smtClean="0"/>
              <a:t>‹#›</a:t>
            </a:fld>
            <a:endParaRPr lang="en-US"/>
          </a:p>
        </p:txBody>
      </p:sp>
      <p:grpSp>
        <p:nvGrpSpPr>
          <p:cNvPr id="20" name="Group 19">
            <a:extLst>
              <a:ext uri="{FF2B5EF4-FFF2-40B4-BE49-F238E27FC236}">
                <a16:creationId xmlns:a16="http://schemas.microsoft.com/office/drawing/2014/main" id="{E0736F76-A998-42E0-BB10-7EB342B45302}"/>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21" name="Graphic 20">
              <a:extLst>
                <a:ext uri="{FF2B5EF4-FFF2-40B4-BE49-F238E27FC236}">
                  <a16:creationId xmlns:a16="http://schemas.microsoft.com/office/drawing/2014/main" id="{6455CD14-21C3-46DC-83D6-700C965A88E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662373" y="6278117"/>
              <a:ext cx="868680" cy="45720"/>
            </a:xfrm>
            <a:prstGeom prst="rect">
              <a:avLst/>
            </a:prstGeom>
          </p:spPr>
        </p:pic>
        <p:sp>
          <p:nvSpPr>
            <p:cNvPr id="22" name="Parallelogram 3">
              <a:extLst>
                <a:ext uri="{FF2B5EF4-FFF2-40B4-BE49-F238E27FC236}">
                  <a16:creationId xmlns:a16="http://schemas.microsoft.com/office/drawing/2014/main" id="{E8936B46-C207-4565-B890-BF97AD6ABBC7}"/>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6" name="Picture 25" descr="Turner-Fairbank Highway Research Center logo. ">
            <a:extLst>
              <a:ext uri="{FF2B5EF4-FFF2-40B4-BE49-F238E27FC236}">
                <a16:creationId xmlns:a16="http://schemas.microsoft.com/office/drawing/2014/main" id="{CB3012A8-D6F8-4D4D-93B0-585A7F83CD2E}"/>
              </a:ext>
            </a:extLst>
          </p:cNvPr>
          <p:cNvPicPr>
            <a:picLocks noChangeAspect="1"/>
          </p:cNvPicPr>
          <p:nvPr userDrawn="1"/>
        </p:nvPicPr>
        <p:blipFill>
          <a:blip r:embed="rId4" cstate="print">
            <a:alphaModFix amt="50000"/>
            <a:extLst>
              <a:ext uri="{28A0092B-C50C-407E-A947-70E740481C1C}">
                <a14:useLocalDpi xmlns:a14="http://schemas.microsoft.com/office/drawing/2010/main" val="0"/>
              </a:ext>
            </a:extLst>
          </a:blip>
          <a:stretch>
            <a:fillRect/>
          </a:stretch>
        </p:blipFill>
        <p:spPr>
          <a:xfrm>
            <a:off x="1571496" y="6451308"/>
            <a:ext cx="1317430" cy="279954"/>
          </a:xfrm>
          <a:prstGeom prst="rect">
            <a:avLst/>
          </a:prstGeom>
        </p:spPr>
      </p:pic>
      <p:pic>
        <p:nvPicPr>
          <p:cNvPr id="11" name="Picture 10" descr="U.S. Department of Transportation, Federal Highway Administration logo. ">
            <a:extLst>
              <a:ext uri="{FF2B5EF4-FFF2-40B4-BE49-F238E27FC236}">
                <a16:creationId xmlns:a16="http://schemas.microsoft.com/office/drawing/2014/main" id="{64B16C1D-A6A4-4340-A2C6-C34334F77757}"/>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spTree>
    <p:extLst>
      <p:ext uri="{BB962C8B-B14F-4D97-AF65-F5344CB8AC3E}">
        <p14:creationId xmlns:p14="http://schemas.microsoft.com/office/powerpoint/2010/main" val="12953259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2C0C-D2F1-4508-85E5-714D834A27A3}"/>
              </a:ext>
            </a:extLst>
          </p:cNvPr>
          <p:cNvSpPr>
            <a:spLocks noGrp="1"/>
          </p:cNvSpPr>
          <p:nvPr>
            <p:ph type="title"/>
          </p:nvPr>
        </p:nvSpPr>
        <p:spPr>
          <a:xfrm>
            <a:off x="838200" y="669924"/>
            <a:ext cx="10515600" cy="1020764"/>
          </a:xfrm>
        </p:spPr>
        <p:txBody>
          <a:bodyPr/>
          <a:lstStyle/>
          <a:p>
            <a:r>
              <a:rPr lang="en-US"/>
              <a:t>Click to edit Master title style</a:t>
            </a:r>
          </a:p>
        </p:txBody>
      </p:sp>
    </p:spTree>
    <p:extLst>
      <p:ext uri="{BB962C8B-B14F-4D97-AF65-F5344CB8AC3E}">
        <p14:creationId xmlns:p14="http://schemas.microsoft.com/office/powerpoint/2010/main" val="2036913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pic>
        <p:nvPicPr>
          <p:cNvPr id="5" name="Picture 4" descr="Question mark textured background. ">
            <a:extLst>
              <a:ext uri="{FF2B5EF4-FFF2-40B4-BE49-F238E27FC236}">
                <a16:creationId xmlns:a16="http://schemas.microsoft.com/office/drawing/2014/main" id="{EEA66419-E0D0-4A6B-A44E-153895EC0720}"/>
              </a:ext>
            </a:extLst>
          </p:cNvPr>
          <p:cNvPicPr>
            <a:picLocks noChangeAspect="1"/>
          </p:cNvPicPr>
          <p:nvPr userDrawn="1"/>
        </p:nvPicPr>
        <p:blipFill rotWithShape="1">
          <a:blip r:embed="rId2" cstate="screen">
            <a:alphaModFix amt="20000"/>
            <a:extLst>
              <a:ext uri="{28A0092B-C50C-407E-A947-70E740481C1C}">
                <a14:useLocalDpi xmlns:a14="http://schemas.microsoft.com/office/drawing/2010/main" val="0"/>
              </a:ext>
            </a:extLst>
          </a:blip>
          <a:srcRect/>
          <a:stretch/>
        </p:blipFill>
        <p:spPr>
          <a:xfrm>
            <a:off x="-1" y="-5187"/>
            <a:ext cx="12200645" cy="6863188"/>
          </a:xfrm>
          <a:prstGeom prst="rect">
            <a:avLst/>
          </a:prstGeom>
        </p:spPr>
      </p:pic>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3561021" y="2820275"/>
            <a:ext cx="5069958" cy="720666"/>
          </a:xfrm>
        </p:spPr>
        <p:txBody>
          <a:bodyPr anchor="b">
            <a:normAutofit/>
          </a:bodyPr>
          <a:lstStyle>
            <a:lvl1pPr algn="ctr">
              <a:defRPr sz="4800">
                <a:solidFill>
                  <a:schemeClr val="accent2"/>
                </a:solidFill>
              </a:defRPr>
            </a:lvl1pPr>
          </a:lstStyle>
          <a:p>
            <a:r>
              <a:rPr lang="en-US"/>
              <a:t>Question?</a:t>
            </a:r>
          </a:p>
        </p:txBody>
      </p:sp>
      <p:grpSp>
        <p:nvGrpSpPr>
          <p:cNvPr id="4" name="Group 3">
            <a:extLst>
              <a:ext uri="{FF2B5EF4-FFF2-40B4-BE49-F238E27FC236}">
                <a16:creationId xmlns:a16="http://schemas.microsoft.com/office/drawing/2014/main" id="{AC0567C8-BDC3-4545-ADC9-25AC5F356CDE}"/>
              </a:ext>
              <a:ext uri="{C183D7F6-B498-43B3-948B-1728B52AA6E4}">
                <adec:decorative xmlns:adec="http://schemas.microsoft.com/office/drawing/2017/decorative" val="1"/>
              </a:ext>
            </a:extLst>
          </p:cNvPr>
          <p:cNvGrpSpPr/>
          <p:nvPr userDrawn="1"/>
        </p:nvGrpSpPr>
        <p:grpSpPr>
          <a:xfrm>
            <a:off x="4108447" y="3526388"/>
            <a:ext cx="3975107" cy="64008"/>
            <a:chOff x="4282183" y="3542528"/>
            <a:chExt cx="3975107" cy="64008"/>
          </a:xfrm>
        </p:grpSpPr>
        <p:pic>
          <p:nvPicPr>
            <p:cNvPr id="12" name="Graphic 11">
              <a:extLst>
                <a:ext uri="{FF2B5EF4-FFF2-40B4-BE49-F238E27FC236}">
                  <a16:creationId xmlns:a16="http://schemas.microsoft.com/office/drawing/2014/main" id="{FEBE3D78-D149-4E37-B30F-31F43E763C5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41138" y="3542528"/>
              <a:ext cx="1216152" cy="64008"/>
            </a:xfrm>
            <a:prstGeom prst="rect">
              <a:avLst/>
            </a:prstGeom>
          </p:spPr>
        </p:pic>
        <p:sp>
          <p:nvSpPr>
            <p:cNvPr id="13" name="Parallelogram 3">
              <a:extLst>
                <a:ext uri="{FF2B5EF4-FFF2-40B4-BE49-F238E27FC236}">
                  <a16:creationId xmlns:a16="http://schemas.microsoft.com/office/drawing/2014/main" id="{CF8A2703-32E7-48F7-8EAB-DDE56976D302}"/>
                </a:ext>
              </a:extLst>
            </p:cNvPr>
            <p:cNvSpPr/>
            <p:nvPr userDrawn="1"/>
          </p:nvSpPr>
          <p:spPr>
            <a:xfrm>
              <a:off x="4282183" y="3550085"/>
              <a:ext cx="265176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9" name="Picture 18" descr="Turner-Fairbank Highway Research Center logo. ">
            <a:extLst>
              <a:ext uri="{FF2B5EF4-FFF2-40B4-BE49-F238E27FC236}">
                <a16:creationId xmlns:a16="http://schemas.microsoft.com/office/drawing/2014/main" id="{FA1673A2-91EA-4ADE-9F52-CDFB440870C1}"/>
              </a:ext>
            </a:extLst>
          </p:cNvPr>
          <p:cNvPicPr>
            <a:picLocks noChangeAspect="1"/>
          </p:cNvPicPr>
          <p:nvPr userDrawn="1"/>
        </p:nvPicPr>
        <p:blipFill>
          <a:blip r:embed="rId5" cstate="print">
            <a:alphaModFix amt="50000"/>
            <a:extLst>
              <a:ext uri="{28A0092B-C50C-407E-A947-70E740481C1C}">
                <a14:useLocalDpi xmlns:a14="http://schemas.microsoft.com/office/drawing/2010/main" val="0"/>
              </a:ext>
            </a:extLst>
          </a:blip>
          <a:stretch>
            <a:fillRect/>
          </a:stretch>
        </p:blipFill>
        <p:spPr>
          <a:xfrm>
            <a:off x="10567212" y="6450922"/>
            <a:ext cx="1317430" cy="279954"/>
          </a:xfrm>
          <a:prstGeom prst="rect">
            <a:avLst/>
          </a:prstGeom>
        </p:spPr>
      </p:pic>
      <p:sp>
        <p:nvSpPr>
          <p:cNvPr id="20" name="Slide Number Placeholder 5">
            <a:extLst>
              <a:ext uri="{FF2B5EF4-FFF2-40B4-BE49-F238E27FC236}">
                <a16:creationId xmlns:a16="http://schemas.microsoft.com/office/drawing/2014/main" id="{D0ED944B-9025-4104-A82F-35B4191AE708}"/>
              </a:ext>
            </a:extLst>
          </p:cNvPr>
          <p:cNvSpPr>
            <a:spLocks noGrp="1"/>
          </p:cNvSpPr>
          <p:nvPr>
            <p:ph type="sldNum" sz="quarter" idx="4"/>
          </p:nvPr>
        </p:nvSpPr>
        <p:spPr>
          <a:xfrm>
            <a:off x="11145290" y="6095064"/>
            <a:ext cx="771525" cy="234234"/>
          </a:xfrm>
          <a:prstGeom prst="rect">
            <a:avLst/>
          </a:prstGeom>
        </p:spPr>
        <p:txBody>
          <a:bodyPr vert="horz" lIns="91440" tIns="45720" rIns="91440" bIns="45720" rtlCol="0" anchor="ctr"/>
          <a:lstStyle>
            <a:lvl1pPr algn="r">
              <a:defRPr sz="1200">
                <a:solidFill>
                  <a:schemeClr val="tx1">
                    <a:tint val="75000"/>
                  </a:schemeClr>
                </a:solidFill>
              </a:defRPr>
            </a:lvl1pPr>
          </a:lstStyle>
          <a:p>
            <a:fld id="{29691912-3321-4F2D-A980-9CA5FE309265}" type="slidenum">
              <a:rPr lang="en-US" smtClean="0"/>
              <a:t>‹#›</a:t>
            </a:fld>
            <a:endParaRPr lang="en-US"/>
          </a:p>
        </p:txBody>
      </p:sp>
      <p:grpSp>
        <p:nvGrpSpPr>
          <p:cNvPr id="21" name="Group 20">
            <a:extLst>
              <a:ext uri="{FF2B5EF4-FFF2-40B4-BE49-F238E27FC236}">
                <a16:creationId xmlns:a16="http://schemas.microsoft.com/office/drawing/2014/main" id="{8067F384-ED66-4650-B890-AB592FCB4E1F}"/>
              </a:ext>
              <a:ext uri="{C183D7F6-B498-43B3-948B-1728B52AA6E4}">
                <adec:decorative xmlns:adec="http://schemas.microsoft.com/office/drawing/2017/decorative" val="1"/>
              </a:ext>
            </a:extLst>
          </p:cNvPr>
          <p:cNvGrpSpPr/>
          <p:nvPr userDrawn="1"/>
        </p:nvGrpSpPr>
        <p:grpSpPr>
          <a:xfrm>
            <a:off x="-9098" y="6187734"/>
            <a:ext cx="11540151" cy="48895"/>
            <a:chOff x="-9098" y="6274942"/>
            <a:chExt cx="11540151" cy="48895"/>
          </a:xfrm>
        </p:grpSpPr>
        <p:pic>
          <p:nvPicPr>
            <p:cNvPr id="22" name="Graphic 21">
              <a:extLst>
                <a:ext uri="{FF2B5EF4-FFF2-40B4-BE49-F238E27FC236}">
                  <a16:creationId xmlns:a16="http://schemas.microsoft.com/office/drawing/2014/main" id="{EE010B18-034D-40CD-86A7-C7BA9B03937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662373" y="6278117"/>
              <a:ext cx="868680" cy="45720"/>
            </a:xfrm>
            <a:prstGeom prst="rect">
              <a:avLst/>
            </a:prstGeom>
          </p:spPr>
        </p:pic>
        <p:sp>
          <p:nvSpPr>
            <p:cNvPr id="23" name="Parallelogram 3">
              <a:extLst>
                <a:ext uri="{FF2B5EF4-FFF2-40B4-BE49-F238E27FC236}">
                  <a16:creationId xmlns:a16="http://schemas.microsoft.com/office/drawing/2014/main" id="{A0CA17C6-759A-4EAD-9AA0-6F57E42B441E}"/>
                </a:ext>
              </a:extLst>
            </p:cNvPr>
            <p:cNvSpPr/>
            <p:nvPr userDrawn="1"/>
          </p:nvSpPr>
          <p:spPr>
            <a:xfrm>
              <a:off x="-9098" y="6274942"/>
              <a:ext cx="1060704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Picture 14" descr="U.S. Department of Transportation, Federal Highway Administration logo. ">
            <a:extLst>
              <a:ext uri="{FF2B5EF4-FFF2-40B4-BE49-F238E27FC236}">
                <a16:creationId xmlns:a16="http://schemas.microsoft.com/office/drawing/2014/main" id="{11CBC286-E806-1949-935E-A6449BA94C9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89560" y="6322877"/>
            <a:ext cx="1097280" cy="424278"/>
          </a:xfrm>
          <a:prstGeom prst="rect">
            <a:avLst/>
          </a:prstGeom>
        </p:spPr>
      </p:pic>
    </p:spTree>
    <p:extLst>
      <p:ext uri="{BB962C8B-B14F-4D97-AF65-F5344CB8AC3E}">
        <p14:creationId xmlns:p14="http://schemas.microsoft.com/office/powerpoint/2010/main" val="64572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9CDF21-6DC9-458E-93F8-9D84DD7CD65E}"/>
              </a:ext>
              <a:ext uri="{C183D7F6-B498-43B3-948B-1728B52AA6E4}">
                <adec:decorative xmlns:adec="http://schemas.microsoft.com/office/drawing/2017/decorative" val="1"/>
              </a:ext>
            </a:extLst>
          </p:cNvPr>
          <p:cNvSpPr/>
          <p:nvPr userDrawn="1"/>
        </p:nvSpPr>
        <p:spPr>
          <a:xfrm>
            <a:off x="0" y="3429000"/>
            <a:ext cx="12192000" cy="3429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Multi-lane highway full of cars. ">
            <a:extLst>
              <a:ext uri="{FF2B5EF4-FFF2-40B4-BE49-F238E27FC236}">
                <a16:creationId xmlns:a16="http://schemas.microsoft.com/office/drawing/2014/main" id="{105F7969-75D5-47B4-B7B1-D7C7C34F700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11112"/>
            <a:ext cx="12192000" cy="3417888"/>
          </a:xfrm>
          <a:prstGeom prst="rect">
            <a:avLst/>
          </a:prstGeom>
        </p:spPr>
      </p:pic>
      <p:sp>
        <p:nvSpPr>
          <p:cNvPr id="4" name="Rectangle 3">
            <a:extLst>
              <a:ext uri="{FF2B5EF4-FFF2-40B4-BE49-F238E27FC236}">
                <a16:creationId xmlns:a16="http://schemas.microsoft.com/office/drawing/2014/main" id="{4FC4AAD4-B1C3-4BB7-8169-4FB142EEA092}"/>
              </a:ext>
              <a:ext uri="{C183D7F6-B498-43B3-948B-1728B52AA6E4}">
                <adec:decorative xmlns:adec="http://schemas.microsoft.com/office/drawing/2017/decorative" val="1"/>
              </a:ext>
            </a:extLst>
          </p:cNvPr>
          <p:cNvSpPr/>
          <p:nvPr userDrawn="1"/>
        </p:nvSpPr>
        <p:spPr>
          <a:xfrm>
            <a:off x="793381" y="871876"/>
            <a:ext cx="10605238" cy="5114249"/>
          </a:xfrm>
          <a:prstGeom prst="rect">
            <a:avLst/>
          </a:prstGeom>
          <a:solidFill>
            <a:schemeClr val="bg1"/>
          </a:solidFill>
          <a:ln w="28575">
            <a:solidFill>
              <a:srgbClr val="FFCF0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882C75-4BDE-46D5-A13C-DB994762DD71}"/>
              </a:ext>
            </a:extLst>
          </p:cNvPr>
          <p:cNvSpPr>
            <a:spLocks noGrp="1"/>
          </p:cNvSpPr>
          <p:nvPr>
            <p:ph type="title" hasCustomPrompt="1"/>
          </p:nvPr>
        </p:nvSpPr>
        <p:spPr>
          <a:xfrm>
            <a:off x="3561021" y="1414130"/>
            <a:ext cx="5069958" cy="720666"/>
          </a:xfrm>
        </p:spPr>
        <p:txBody>
          <a:bodyPr anchor="b">
            <a:normAutofit/>
          </a:bodyPr>
          <a:lstStyle>
            <a:lvl1pPr algn="ctr">
              <a:defRPr sz="4800">
                <a:solidFill>
                  <a:schemeClr val="accent2"/>
                </a:solidFill>
              </a:defRPr>
            </a:lvl1pPr>
          </a:lstStyle>
          <a:p>
            <a:r>
              <a:rPr lang="en-US"/>
              <a:t>Contact</a:t>
            </a:r>
          </a:p>
        </p:txBody>
      </p:sp>
      <p:grpSp>
        <p:nvGrpSpPr>
          <p:cNvPr id="13" name="Group 12">
            <a:extLst>
              <a:ext uri="{FF2B5EF4-FFF2-40B4-BE49-F238E27FC236}">
                <a16:creationId xmlns:a16="http://schemas.microsoft.com/office/drawing/2014/main" id="{01320DA3-403D-43D1-866D-D9A323A3C549}"/>
              </a:ext>
              <a:ext uri="{C183D7F6-B498-43B3-948B-1728B52AA6E4}">
                <adec:decorative xmlns:adec="http://schemas.microsoft.com/office/drawing/2017/decorative" val="1"/>
              </a:ext>
            </a:extLst>
          </p:cNvPr>
          <p:cNvGrpSpPr/>
          <p:nvPr userDrawn="1"/>
        </p:nvGrpSpPr>
        <p:grpSpPr>
          <a:xfrm>
            <a:off x="4108447" y="2111662"/>
            <a:ext cx="3975107" cy="64008"/>
            <a:chOff x="4282183" y="3542528"/>
            <a:chExt cx="3975107" cy="64008"/>
          </a:xfrm>
        </p:grpSpPr>
        <p:pic>
          <p:nvPicPr>
            <p:cNvPr id="15" name="Graphic 14">
              <a:extLst>
                <a:ext uri="{FF2B5EF4-FFF2-40B4-BE49-F238E27FC236}">
                  <a16:creationId xmlns:a16="http://schemas.microsoft.com/office/drawing/2014/main" id="{39E664AD-A3B6-4503-BB54-AE24F8BB65FF}"/>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7041138" y="3542528"/>
              <a:ext cx="1216152" cy="64008"/>
            </a:xfrm>
            <a:prstGeom prst="rect">
              <a:avLst/>
            </a:prstGeom>
          </p:spPr>
        </p:pic>
        <p:sp>
          <p:nvSpPr>
            <p:cNvPr id="16" name="Parallelogram 3">
              <a:extLst>
                <a:ext uri="{FF2B5EF4-FFF2-40B4-BE49-F238E27FC236}">
                  <a16:creationId xmlns:a16="http://schemas.microsoft.com/office/drawing/2014/main" id="{117A97EA-6D25-4701-92A4-BB313793BC73}"/>
                </a:ext>
              </a:extLst>
            </p:cNvPr>
            <p:cNvSpPr/>
            <p:nvPr userDrawn="1"/>
          </p:nvSpPr>
          <p:spPr>
            <a:xfrm>
              <a:off x="4282183" y="3550085"/>
              <a:ext cx="2651760" cy="48895"/>
            </a:xfrm>
            <a:custGeom>
              <a:avLst/>
              <a:gdLst>
                <a:gd name="connsiteX0" fmla="*/ 0 w 10241280"/>
                <a:gd name="connsiteY0" fmla="*/ 45720 h 45720"/>
                <a:gd name="connsiteX1" fmla="*/ 11430 w 10241280"/>
                <a:gd name="connsiteY1" fmla="*/ 0 h 45720"/>
                <a:gd name="connsiteX2" fmla="*/ 10241280 w 10241280"/>
                <a:gd name="connsiteY2" fmla="*/ 0 h 45720"/>
                <a:gd name="connsiteX3" fmla="*/ 10229850 w 10241280"/>
                <a:gd name="connsiteY3" fmla="*/ 45720 h 45720"/>
                <a:gd name="connsiteX4" fmla="*/ 0 w 10241280"/>
                <a:gd name="connsiteY4" fmla="*/ 45720 h 45720"/>
                <a:gd name="connsiteX0" fmla="*/ 0 w 10241280"/>
                <a:gd name="connsiteY0" fmla="*/ 45720 h 48895"/>
                <a:gd name="connsiteX1" fmla="*/ 11430 w 10241280"/>
                <a:gd name="connsiteY1" fmla="*/ 0 h 48895"/>
                <a:gd name="connsiteX2" fmla="*/ 10241280 w 10241280"/>
                <a:gd name="connsiteY2" fmla="*/ 0 h 48895"/>
                <a:gd name="connsiteX3" fmla="*/ 10201275 w 10241280"/>
                <a:gd name="connsiteY3" fmla="*/ 48895 h 48895"/>
                <a:gd name="connsiteX4" fmla="*/ 0 w 10241280"/>
                <a:gd name="connsiteY4" fmla="*/ 45720 h 48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41280" h="48895">
                  <a:moveTo>
                    <a:pt x="0" y="45720"/>
                  </a:moveTo>
                  <a:lnTo>
                    <a:pt x="11430" y="0"/>
                  </a:lnTo>
                  <a:lnTo>
                    <a:pt x="10241280" y="0"/>
                  </a:lnTo>
                  <a:lnTo>
                    <a:pt x="10201275" y="48895"/>
                  </a:lnTo>
                  <a:lnTo>
                    <a:pt x="0" y="4572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 Placeholder 9">
            <a:extLst>
              <a:ext uri="{FF2B5EF4-FFF2-40B4-BE49-F238E27FC236}">
                <a16:creationId xmlns:a16="http://schemas.microsoft.com/office/drawing/2014/main" id="{38FAA9EA-C4F2-48A4-97CA-A893DCDF9D84}"/>
              </a:ext>
            </a:extLst>
          </p:cNvPr>
          <p:cNvSpPr>
            <a:spLocks noGrp="1"/>
          </p:cNvSpPr>
          <p:nvPr>
            <p:ph type="body" sz="quarter" idx="10" hasCustomPrompt="1"/>
          </p:nvPr>
        </p:nvSpPr>
        <p:spPr>
          <a:xfrm>
            <a:off x="2250532" y="2679701"/>
            <a:ext cx="3778250" cy="526266"/>
          </a:xfrm>
        </p:spPr>
        <p:txBody>
          <a:bodyPr>
            <a:noAutofit/>
          </a:bodyPr>
          <a:lstStyle>
            <a:lvl1pPr marL="0" indent="0" algn="ctr">
              <a:buNone/>
              <a:defRPr>
                <a:solidFill>
                  <a:srgbClr val="04848C"/>
                </a:solidFill>
              </a:defRPr>
            </a:lvl1pPr>
          </a:lstStyle>
          <a:p>
            <a:pPr lvl="0"/>
            <a:r>
              <a:rPr lang="en-US"/>
              <a:t>Click to Enter Name</a:t>
            </a:r>
          </a:p>
        </p:txBody>
      </p:sp>
      <p:sp>
        <p:nvSpPr>
          <p:cNvPr id="20" name="Text Placeholder 19">
            <a:extLst>
              <a:ext uri="{FF2B5EF4-FFF2-40B4-BE49-F238E27FC236}">
                <a16:creationId xmlns:a16="http://schemas.microsoft.com/office/drawing/2014/main" id="{AA3B83E6-9629-467D-8A6F-F67D21AF351E}"/>
              </a:ext>
            </a:extLst>
          </p:cNvPr>
          <p:cNvSpPr>
            <a:spLocks noGrp="1"/>
          </p:cNvSpPr>
          <p:nvPr>
            <p:ph type="body" sz="quarter" idx="11" hasCustomPrompt="1"/>
          </p:nvPr>
        </p:nvSpPr>
        <p:spPr>
          <a:xfrm>
            <a:off x="2250532" y="3206750"/>
            <a:ext cx="3778250" cy="1379011"/>
          </a:xfrm>
        </p:spPr>
        <p:txBody>
          <a:bodyPr>
            <a:noAutofit/>
          </a:bodyPr>
          <a:lstStyle>
            <a:lvl1pPr marL="0" indent="0" algn="ctr">
              <a:buNone/>
              <a:defRPr sz="2000"/>
            </a:lvl1pPr>
          </a:lstStyle>
          <a:p>
            <a:pPr lvl="0"/>
            <a:r>
              <a:rPr lang="en-US"/>
              <a:t>Phone</a:t>
            </a:r>
          </a:p>
          <a:p>
            <a:pPr lvl="0"/>
            <a:r>
              <a:rPr lang="en-US"/>
              <a:t>Email</a:t>
            </a:r>
          </a:p>
          <a:p>
            <a:pPr lvl="0"/>
            <a:r>
              <a:rPr lang="en-US"/>
              <a:t>Website</a:t>
            </a:r>
          </a:p>
        </p:txBody>
      </p:sp>
      <p:sp>
        <p:nvSpPr>
          <p:cNvPr id="24" name="Text Placeholder 23">
            <a:extLst>
              <a:ext uri="{FF2B5EF4-FFF2-40B4-BE49-F238E27FC236}">
                <a16:creationId xmlns:a16="http://schemas.microsoft.com/office/drawing/2014/main" id="{CE50E9BD-518D-4610-98D2-2703D1C9AE1C}"/>
              </a:ext>
            </a:extLst>
          </p:cNvPr>
          <p:cNvSpPr>
            <a:spLocks noGrp="1"/>
          </p:cNvSpPr>
          <p:nvPr>
            <p:ph type="body" sz="quarter" idx="12" hasCustomPrompt="1"/>
          </p:nvPr>
        </p:nvSpPr>
        <p:spPr>
          <a:xfrm>
            <a:off x="6149165" y="2693279"/>
            <a:ext cx="3778250" cy="515938"/>
          </a:xfrm>
        </p:spPr>
        <p:txBody>
          <a:bodyPr>
            <a:noAutofit/>
          </a:bodyPr>
          <a:lstStyle>
            <a:lvl1pPr marL="0" indent="0" algn="ctr">
              <a:buNone/>
              <a:defRPr>
                <a:solidFill>
                  <a:srgbClr val="04848C"/>
                </a:solidFill>
              </a:defRPr>
            </a:lvl1pPr>
          </a:lstStyle>
          <a:p>
            <a:pPr lvl="0"/>
            <a:r>
              <a:rPr lang="en-US"/>
              <a:t>Click to Enter Name</a:t>
            </a:r>
          </a:p>
          <a:p>
            <a:pPr lvl="4"/>
            <a:endParaRPr lang="en-US"/>
          </a:p>
        </p:txBody>
      </p:sp>
      <p:sp>
        <p:nvSpPr>
          <p:cNvPr id="26" name="Text Placeholder 25">
            <a:extLst>
              <a:ext uri="{FF2B5EF4-FFF2-40B4-BE49-F238E27FC236}">
                <a16:creationId xmlns:a16="http://schemas.microsoft.com/office/drawing/2014/main" id="{3D421807-F9B7-4445-AE7B-119273FF6005}"/>
              </a:ext>
            </a:extLst>
          </p:cNvPr>
          <p:cNvSpPr>
            <a:spLocks noGrp="1"/>
          </p:cNvSpPr>
          <p:nvPr>
            <p:ph type="body" sz="quarter" idx="13" hasCustomPrompt="1"/>
          </p:nvPr>
        </p:nvSpPr>
        <p:spPr>
          <a:xfrm>
            <a:off x="6149165" y="3206750"/>
            <a:ext cx="3778250" cy="1377950"/>
          </a:xfrm>
        </p:spPr>
        <p:txBody>
          <a:bodyPr>
            <a:noAutofit/>
          </a:bodyPr>
          <a:lstStyle>
            <a:lvl1pPr marL="0" indent="0" algn="ctr">
              <a:buNone/>
              <a:defRPr sz="2000"/>
            </a:lvl1pPr>
          </a:lstStyle>
          <a:p>
            <a:pPr lvl="0"/>
            <a:r>
              <a:rPr lang="en-US"/>
              <a:t>Phone</a:t>
            </a:r>
          </a:p>
          <a:p>
            <a:pPr lvl="0"/>
            <a:r>
              <a:rPr lang="en-US"/>
              <a:t>Email</a:t>
            </a:r>
          </a:p>
          <a:p>
            <a:pPr lvl="0"/>
            <a:r>
              <a:rPr lang="en-US"/>
              <a:t>Website</a:t>
            </a:r>
          </a:p>
        </p:txBody>
      </p:sp>
      <p:grpSp>
        <p:nvGrpSpPr>
          <p:cNvPr id="17" name="Group 16">
            <a:extLst>
              <a:ext uri="{FF2B5EF4-FFF2-40B4-BE49-F238E27FC236}">
                <a16:creationId xmlns:a16="http://schemas.microsoft.com/office/drawing/2014/main" id="{CCEC0977-A8C7-4222-B63A-8B6A402CD421}"/>
              </a:ext>
            </a:extLst>
          </p:cNvPr>
          <p:cNvGrpSpPr/>
          <p:nvPr userDrawn="1"/>
        </p:nvGrpSpPr>
        <p:grpSpPr>
          <a:xfrm>
            <a:off x="1034638" y="5169249"/>
            <a:ext cx="1512938" cy="593842"/>
            <a:chOff x="290022" y="6147173"/>
            <a:chExt cx="1512938" cy="593842"/>
          </a:xfrm>
        </p:grpSpPr>
        <p:sp>
          <p:nvSpPr>
            <p:cNvPr id="18" name="Rectangle 17">
              <a:extLst>
                <a:ext uri="{FF2B5EF4-FFF2-40B4-BE49-F238E27FC236}">
                  <a16:creationId xmlns:a16="http://schemas.microsoft.com/office/drawing/2014/main" id="{D75D65A8-9BC2-41F9-9D2C-53A203AE80C6}"/>
                </a:ext>
              </a:extLst>
            </p:cNvPr>
            <p:cNvSpPr/>
            <p:nvPr userDrawn="1"/>
          </p:nvSpPr>
          <p:spPr>
            <a:xfrm>
              <a:off x="290022" y="6227455"/>
              <a:ext cx="303687" cy="1473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US DOT logo. ">
              <a:extLst>
                <a:ext uri="{FF2B5EF4-FFF2-40B4-BE49-F238E27FC236}">
                  <a16:creationId xmlns:a16="http://schemas.microsoft.com/office/drawing/2014/main" id="{44AF6979-A91F-416A-8519-C71FDD0118CA}"/>
                </a:ext>
              </a:extLst>
            </p:cNvPr>
            <p:cNvPicPr>
              <a:picLocks noChangeAspect="1"/>
            </p:cNvPicPr>
            <p:nvPr userDrawn="1"/>
          </p:nvPicPr>
          <p:blipFill>
            <a:blip r:embed="rId5" cstate="print">
              <a:alphaModFix amt="50000"/>
              <a:extLst>
                <a:ext uri="{28A0092B-C50C-407E-A947-70E740481C1C}">
                  <a14:useLocalDpi xmlns:a14="http://schemas.microsoft.com/office/drawing/2010/main" val="0"/>
                </a:ext>
              </a:extLst>
            </a:blip>
            <a:stretch>
              <a:fillRect/>
            </a:stretch>
          </p:blipFill>
          <p:spPr>
            <a:xfrm>
              <a:off x="307358" y="6147173"/>
              <a:ext cx="1495602" cy="593842"/>
            </a:xfrm>
            <a:prstGeom prst="rect">
              <a:avLst/>
            </a:prstGeom>
          </p:spPr>
        </p:pic>
      </p:grpSp>
      <p:pic>
        <p:nvPicPr>
          <p:cNvPr id="21" name="Picture 20" descr="Turner-Fairbank Highway Research Center logo. ">
            <a:extLst>
              <a:ext uri="{FF2B5EF4-FFF2-40B4-BE49-F238E27FC236}">
                <a16:creationId xmlns:a16="http://schemas.microsoft.com/office/drawing/2014/main" id="{277149BD-AC6D-44A6-8211-EEBCDBFD65DF}"/>
              </a:ext>
            </a:extLst>
          </p:cNvPr>
          <p:cNvPicPr>
            <a:picLocks noChangeAspect="1"/>
          </p:cNvPicPr>
          <p:nvPr userDrawn="1"/>
        </p:nvPicPr>
        <p:blipFill>
          <a:blip r:embed="rId6" cstate="print">
            <a:alphaModFix amt="50000"/>
            <a:extLst>
              <a:ext uri="{28A0092B-C50C-407E-A947-70E740481C1C}">
                <a14:useLocalDpi xmlns:a14="http://schemas.microsoft.com/office/drawing/2010/main" val="0"/>
              </a:ext>
            </a:extLst>
          </a:blip>
          <a:stretch>
            <a:fillRect/>
          </a:stretch>
        </p:blipFill>
        <p:spPr>
          <a:xfrm>
            <a:off x="9831618" y="5483137"/>
            <a:ext cx="1317430" cy="279954"/>
          </a:xfrm>
          <a:prstGeom prst="rect">
            <a:avLst/>
          </a:prstGeom>
        </p:spPr>
      </p:pic>
      <p:sp>
        <p:nvSpPr>
          <p:cNvPr id="22" name="Slide Number Placeholder 5">
            <a:extLst>
              <a:ext uri="{FF2B5EF4-FFF2-40B4-BE49-F238E27FC236}">
                <a16:creationId xmlns:a16="http://schemas.microsoft.com/office/drawing/2014/main" id="{B4F0204F-3B30-4B01-95F5-3AC7226D8383}"/>
              </a:ext>
            </a:extLst>
          </p:cNvPr>
          <p:cNvSpPr>
            <a:spLocks noGrp="1"/>
          </p:cNvSpPr>
          <p:nvPr>
            <p:ph type="sldNum" sz="quarter" idx="15"/>
          </p:nvPr>
        </p:nvSpPr>
        <p:spPr>
          <a:xfrm>
            <a:off x="11012856" y="6380595"/>
            <a:ext cx="771525" cy="234234"/>
          </a:xfrm>
          <a:prstGeom prst="rect">
            <a:avLst/>
          </a:prstGeom>
        </p:spPr>
        <p:txBody>
          <a:bodyPr vert="horz" lIns="91440" tIns="45720" rIns="91440" bIns="45720" rtlCol="0" anchor="ctr"/>
          <a:lstStyle>
            <a:lvl1pPr algn="r">
              <a:defRPr sz="1200">
                <a:solidFill>
                  <a:schemeClr val="bg1"/>
                </a:solidFill>
              </a:defRPr>
            </a:lvl1pPr>
          </a:lstStyle>
          <a:p>
            <a:fld id="{29691912-3321-4F2D-A980-9CA5FE309265}" type="slidenum">
              <a:rPr lang="en-US" smtClean="0"/>
              <a:pPr/>
              <a:t>‹#›</a:t>
            </a:fld>
            <a:endParaRPr lang="en-US"/>
          </a:p>
        </p:txBody>
      </p:sp>
      <p:sp>
        <p:nvSpPr>
          <p:cNvPr id="23" name="TextBox 22">
            <a:extLst>
              <a:ext uri="{FF2B5EF4-FFF2-40B4-BE49-F238E27FC236}">
                <a16:creationId xmlns:a16="http://schemas.microsoft.com/office/drawing/2014/main" id="{72BDE916-CBF3-475A-B863-75E9C1D20423}"/>
              </a:ext>
            </a:extLst>
          </p:cNvPr>
          <p:cNvSpPr txBox="1"/>
          <p:nvPr userDrawn="1"/>
        </p:nvSpPr>
        <p:spPr>
          <a:xfrm>
            <a:off x="793381" y="6363831"/>
            <a:ext cx="2355012" cy="230832"/>
          </a:xfrm>
          <a:prstGeom prst="rect">
            <a:avLst/>
          </a:prstGeom>
          <a:noFill/>
        </p:spPr>
        <p:txBody>
          <a:bodyPr wrap="square" rtlCol="0">
            <a:spAutoFit/>
          </a:bodyPr>
          <a:lstStyle/>
          <a:p>
            <a:pPr algn="l"/>
            <a:r>
              <a:rPr lang="en-US" sz="900" i="1">
                <a:solidFill>
                  <a:schemeClr val="bg1"/>
                </a:solidFill>
              </a:rPr>
              <a:t>© Peeterv/iStock.</a:t>
            </a:r>
          </a:p>
        </p:txBody>
      </p:sp>
    </p:spTree>
    <p:extLst>
      <p:ext uri="{BB962C8B-B14F-4D97-AF65-F5344CB8AC3E}">
        <p14:creationId xmlns:p14="http://schemas.microsoft.com/office/powerpoint/2010/main" val="17562145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ext only with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BE8D4-ED4F-49D3-B679-31DF71A2DC05}"/>
              </a:ext>
            </a:extLst>
          </p:cNvPr>
          <p:cNvSpPr>
            <a:spLocks noGrp="1"/>
          </p:cNvSpPr>
          <p:nvPr>
            <p:ph type="title"/>
          </p:nvPr>
        </p:nvSpPr>
        <p:spPr/>
        <p:txBody>
          <a:bodyPr anchor="b"/>
          <a:lstStyle/>
          <a:p>
            <a:r>
              <a:rPr lang="en-US"/>
              <a:t>Click to edit Master title style</a:t>
            </a:r>
          </a:p>
        </p:txBody>
      </p:sp>
      <p:sp>
        <p:nvSpPr>
          <p:cNvPr id="4" name="Text Placeholder 3">
            <a:extLst>
              <a:ext uri="{FF2B5EF4-FFF2-40B4-BE49-F238E27FC236}">
                <a16:creationId xmlns:a16="http://schemas.microsoft.com/office/drawing/2014/main" id="{394A1991-2077-45D4-B642-5C72968B110E}"/>
              </a:ext>
            </a:extLst>
          </p:cNvPr>
          <p:cNvSpPr>
            <a:spLocks noGrp="1"/>
          </p:cNvSpPr>
          <p:nvPr>
            <p:ph type="body" sz="quarter" idx="10" hasCustomPrompt="1"/>
          </p:nvPr>
        </p:nvSpPr>
        <p:spPr>
          <a:xfrm>
            <a:off x="808891" y="1670050"/>
            <a:ext cx="10802083" cy="3987800"/>
          </a:xfrm>
        </p:spPr>
        <p:txBody>
          <a:bodyPr/>
          <a:lstStyle>
            <a:lvl1pPr>
              <a:defRPr>
                <a:latin typeface="Calibri" panose="020F0502020204030204" pitchFamily="34" charset="0"/>
                <a:cs typeface="Calibri" panose="020F0502020204030204" pitchFamily="34" charset="0"/>
              </a:defRPr>
            </a:lvl1pPr>
            <a:lvl2pPr marL="685800" indent="-228600">
              <a:buFont typeface="Arial" panose="020B0604020202020204" pitchFamily="34" charset="0"/>
              <a:buChar char="▬"/>
              <a:defRPr>
                <a:latin typeface="Calibri" panose="020F0502020204030204" pitchFamily="34" charset="0"/>
                <a:cs typeface="Calibri" panose="020F0502020204030204" pitchFamily="34" charset="0"/>
              </a:defRPr>
            </a:lvl2pPr>
            <a:lvl3pPr marL="1143000" indent="-228600">
              <a:buFont typeface="Arial" panose="020B0604020202020204" pitchFamily="34" charset="0"/>
              <a:buChar char="▬"/>
              <a:defRPr>
                <a:latin typeface="Calibri" panose="020F0502020204030204" pitchFamily="34" charset="0"/>
                <a:cs typeface="Calibri" panose="020F0502020204030204" pitchFamily="34" charset="0"/>
              </a:defRPr>
            </a:lvl3pPr>
            <a:lvl4pPr>
              <a:defRPr>
                <a:latin typeface="Calibri" panose="020F0502020204030204" pitchFamily="34" charset="0"/>
                <a:cs typeface="Calibri" panose="020F0502020204030204" pitchFamily="34" charset="0"/>
              </a:defRPr>
            </a:lvl4pPr>
            <a:lvl5pPr>
              <a:defRPr>
                <a:latin typeface="Calibri" panose="020F0502020204030204" pitchFamily="34" charset="0"/>
                <a:cs typeface="Calibri" panose="020F0502020204030204" pitchFamily="34" charset="0"/>
              </a:defRPr>
            </a:lvl5pPr>
          </a:lstStyle>
          <a:p>
            <a:pPr lvl="0"/>
            <a:r>
              <a:rPr lang="en-US"/>
              <a:t>Click to add bullets</a:t>
            </a:r>
          </a:p>
          <a:p>
            <a:pPr lvl="1"/>
            <a:r>
              <a:rPr lang="en-US"/>
              <a:t> Second level</a:t>
            </a:r>
          </a:p>
          <a:p>
            <a:pPr lvl="2"/>
            <a:r>
              <a:rPr lang="en-US"/>
              <a:t> Third level</a:t>
            </a:r>
          </a:p>
          <a:p>
            <a:pPr lvl="3"/>
            <a:endParaRPr lang="en-US"/>
          </a:p>
        </p:txBody>
      </p:sp>
    </p:spTree>
    <p:extLst>
      <p:ext uri="{BB962C8B-B14F-4D97-AF65-F5344CB8AC3E}">
        <p14:creationId xmlns:p14="http://schemas.microsoft.com/office/powerpoint/2010/main" val="4713678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ext Only w/o Bulle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F262DDC-A8BB-4ED8-9D67-43A0E500F07D}"/>
              </a:ext>
            </a:extLst>
          </p:cNvPr>
          <p:cNvSpPr>
            <a:spLocks noGrp="1"/>
          </p:cNvSpPr>
          <p:nvPr>
            <p:ph type="body" sz="half" idx="2" hasCustomPrompt="1"/>
          </p:nvPr>
        </p:nvSpPr>
        <p:spPr>
          <a:xfrm>
            <a:off x="839788" y="1621410"/>
            <a:ext cx="10519874" cy="4247578"/>
          </a:xfrm>
        </p:spPr>
        <p:txBody>
          <a:bodyPr>
            <a:normAutofit/>
          </a:bodyPr>
          <a:lstStyle>
            <a:lvl1pPr marL="0" indent="0">
              <a:buNone/>
              <a:defRPr sz="2400">
                <a:solidFill>
                  <a:schemeClr val="tx1"/>
                </a:solidFill>
                <a:latin typeface="Calibri" panose="020F0502020204030204" pitchFamily="34" charset="0"/>
                <a:cs typeface="Calibri" panose="020F050202020403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8" name="Title Placeholder 1">
            <a:extLst>
              <a:ext uri="{FF2B5EF4-FFF2-40B4-BE49-F238E27FC236}">
                <a16:creationId xmlns:a16="http://schemas.microsoft.com/office/drawing/2014/main" id="{C8C8CB63-2B34-48E7-9410-F70BF4A822BB}"/>
              </a:ext>
            </a:extLst>
          </p:cNvPr>
          <p:cNvSpPr>
            <a:spLocks noGrp="1"/>
          </p:cNvSpPr>
          <p:nvPr>
            <p:ph type="title" hasCustomPrompt="1"/>
          </p:nvPr>
        </p:nvSpPr>
        <p:spPr>
          <a:xfrm>
            <a:off x="726506" y="644535"/>
            <a:ext cx="10709993" cy="620880"/>
          </a:xfrm>
          <a:prstGeom prst="rect">
            <a:avLst/>
          </a:prstGeom>
        </p:spPr>
        <p:txBody>
          <a:bodyPr vert="horz" lIns="91440" tIns="45720" rIns="91440" bIns="45720" rtlCol="0" anchor="b">
            <a:noAutofit/>
          </a:bodyPr>
          <a:lstStyle>
            <a:lvl1pPr>
              <a:defRPr/>
            </a:lvl1pPr>
          </a:lstStyle>
          <a:p>
            <a:r>
              <a:rPr lang="en-US"/>
              <a:t>CLICK TO add TITLE</a:t>
            </a:r>
          </a:p>
        </p:txBody>
      </p:sp>
    </p:spTree>
    <p:extLst>
      <p:ext uri="{BB962C8B-B14F-4D97-AF65-F5344CB8AC3E}">
        <p14:creationId xmlns:p14="http://schemas.microsoft.com/office/powerpoint/2010/main" val="26788140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Opening Remarks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725E9-AF04-46F4-8B98-AAD5BCA94D99}"/>
              </a:ext>
            </a:extLst>
          </p:cNvPr>
          <p:cNvSpPr>
            <a:spLocks noGrp="1"/>
          </p:cNvSpPr>
          <p:nvPr>
            <p:ph type="title" hasCustomPrompt="1"/>
          </p:nvPr>
        </p:nvSpPr>
        <p:spPr/>
        <p:txBody>
          <a:bodyPr/>
          <a:lstStyle>
            <a:lvl1pPr>
              <a:defRPr b="1"/>
            </a:lvl1pPr>
          </a:lstStyle>
          <a:p>
            <a:r>
              <a:rPr lang="en-US"/>
              <a:t>CLICK TO add TITLE</a:t>
            </a:r>
          </a:p>
        </p:txBody>
      </p:sp>
    </p:spTree>
    <p:extLst>
      <p:ext uri="{BB962C8B-B14F-4D97-AF65-F5344CB8AC3E}">
        <p14:creationId xmlns:p14="http://schemas.microsoft.com/office/powerpoint/2010/main" val="287683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6045FD-3522-ACBC-6FBF-70F1B785CCE0}"/>
              </a:ext>
            </a:extLst>
          </p:cNvPr>
          <p:cNvPicPr>
            <a:picLocks noChangeAspect="1"/>
          </p:cNvPicPr>
          <p:nvPr userDrawn="1"/>
        </p:nvPicPr>
        <p:blipFill>
          <a:blip r:embed="rId2"/>
          <a:srcRect/>
          <a:stretch/>
        </p:blipFill>
        <p:spPr>
          <a:xfrm>
            <a:off x="0" y="0"/>
            <a:ext cx="12192000" cy="6858000"/>
          </a:xfrm>
          <a:prstGeom prst="rect">
            <a:avLst/>
          </a:prstGeom>
          <a:noFill/>
        </p:spPr>
      </p:pic>
      <p:sp>
        <p:nvSpPr>
          <p:cNvPr id="4" name="Rounded Rectangle 3">
            <a:extLst>
              <a:ext uri="{FF2B5EF4-FFF2-40B4-BE49-F238E27FC236}">
                <a16:creationId xmlns:a16="http://schemas.microsoft.com/office/drawing/2014/main" id="{A30DE9DC-B87D-4413-3E44-7E47BA9E6F4C}"/>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7837DAAD-F0A6-0812-46D3-95A60C13BC10}"/>
              </a:ext>
            </a:extLst>
          </p:cNvPr>
          <p:cNvSpPr>
            <a:spLocks noGrp="1"/>
          </p:cNvSpPr>
          <p:nvPr>
            <p:ph type="subTitle" idx="1"/>
          </p:nvPr>
        </p:nvSpPr>
        <p:spPr>
          <a:xfrm>
            <a:off x="776965" y="4902201"/>
            <a:ext cx="4637719"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7" name="Text Placeholder 13">
            <a:extLst>
              <a:ext uri="{FF2B5EF4-FFF2-40B4-BE49-F238E27FC236}">
                <a16:creationId xmlns:a16="http://schemas.microsoft.com/office/drawing/2014/main" id="{2588F94A-0624-8650-A35B-77AF17C9F1C8}"/>
              </a:ext>
            </a:extLst>
          </p:cNvPr>
          <p:cNvSpPr>
            <a:spLocks noGrp="1"/>
          </p:cNvSpPr>
          <p:nvPr>
            <p:ph type="body" sz="quarter" idx="10"/>
          </p:nvPr>
        </p:nvSpPr>
        <p:spPr>
          <a:xfrm>
            <a:off x="776339" y="5419380"/>
            <a:ext cx="4639060"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2" name="Title 2">
            <a:extLst>
              <a:ext uri="{FF2B5EF4-FFF2-40B4-BE49-F238E27FC236}">
                <a16:creationId xmlns:a16="http://schemas.microsoft.com/office/drawing/2014/main" id="{92A29DA7-848D-EEC0-F3BF-2B22E6A7802C}"/>
              </a:ext>
            </a:extLst>
          </p:cNvPr>
          <p:cNvSpPr>
            <a:spLocks noGrp="1"/>
          </p:cNvSpPr>
          <p:nvPr>
            <p:ph type="title"/>
          </p:nvPr>
        </p:nvSpPr>
        <p:spPr>
          <a:xfrm>
            <a:off x="776339" y="2608912"/>
            <a:ext cx="445002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6754885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96045FD-3522-ACBC-6FBF-70F1B785CCE0}"/>
              </a:ext>
            </a:extLst>
          </p:cNvPr>
          <p:cNvPicPr>
            <a:picLocks noChangeAspect="1"/>
          </p:cNvPicPr>
          <p:nvPr userDrawn="1"/>
        </p:nvPicPr>
        <p:blipFill>
          <a:blip r:embed="rId2"/>
          <a:srcRect/>
          <a:stretch/>
        </p:blipFill>
        <p:spPr>
          <a:xfrm>
            <a:off x="0" y="0"/>
            <a:ext cx="12192000" cy="6858000"/>
          </a:xfrm>
          <a:prstGeom prst="rect">
            <a:avLst/>
          </a:prstGeom>
          <a:noFill/>
        </p:spPr>
      </p:pic>
      <p:sp>
        <p:nvSpPr>
          <p:cNvPr id="2" name="Rounded Rectangle 1">
            <a:extLst>
              <a:ext uri="{FF2B5EF4-FFF2-40B4-BE49-F238E27FC236}">
                <a16:creationId xmlns:a16="http://schemas.microsoft.com/office/drawing/2014/main" id="{A9021F2F-5BEE-7754-0315-B00BE5A456FD}"/>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7" name="Subtitle 2">
            <a:extLst>
              <a:ext uri="{FF2B5EF4-FFF2-40B4-BE49-F238E27FC236}">
                <a16:creationId xmlns:a16="http://schemas.microsoft.com/office/drawing/2014/main" id="{D2CC4231-9AFC-52A4-7D1B-940FC9AD7C64}"/>
              </a:ext>
            </a:extLst>
          </p:cNvPr>
          <p:cNvSpPr>
            <a:spLocks noGrp="1"/>
          </p:cNvSpPr>
          <p:nvPr>
            <p:ph type="subTitle" idx="1"/>
          </p:nvPr>
        </p:nvSpPr>
        <p:spPr>
          <a:xfrm>
            <a:off x="776965" y="4902201"/>
            <a:ext cx="4637719"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8" name="Text Placeholder 13">
            <a:extLst>
              <a:ext uri="{FF2B5EF4-FFF2-40B4-BE49-F238E27FC236}">
                <a16:creationId xmlns:a16="http://schemas.microsoft.com/office/drawing/2014/main" id="{3288699E-C4B1-7963-5C0B-75C1ABAB523D}"/>
              </a:ext>
            </a:extLst>
          </p:cNvPr>
          <p:cNvSpPr>
            <a:spLocks noGrp="1"/>
          </p:cNvSpPr>
          <p:nvPr>
            <p:ph type="body" sz="quarter" idx="10"/>
          </p:nvPr>
        </p:nvSpPr>
        <p:spPr>
          <a:xfrm>
            <a:off x="776339" y="5419380"/>
            <a:ext cx="4639060"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3" name="Title 2">
            <a:extLst>
              <a:ext uri="{FF2B5EF4-FFF2-40B4-BE49-F238E27FC236}">
                <a16:creationId xmlns:a16="http://schemas.microsoft.com/office/drawing/2014/main" id="{6F952E5B-03F1-2707-DE4F-1F7FE28119ED}"/>
              </a:ext>
            </a:extLst>
          </p:cNvPr>
          <p:cNvSpPr>
            <a:spLocks noGrp="1"/>
          </p:cNvSpPr>
          <p:nvPr>
            <p:ph type="title"/>
          </p:nvPr>
        </p:nvSpPr>
        <p:spPr>
          <a:xfrm>
            <a:off x="776339" y="2608912"/>
            <a:ext cx="4637717"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4693648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lide-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0478"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2" name="Title 2">
            <a:extLst>
              <a:ext uri="{FF2B5EF4-FFF2-40B4-BE49-F238E27FC236}">
                <a16:creationId xmlns:a16="http://schemas.microsoft.com/office/drawing/2014/main" id="{34864772-9817-9FF7-9651-864F7F307C4A}"/>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3" name="Picture 2" descr="Logo&#10;&#10;AI-generated content may be incorrect.">
            <a:extLst>
              <a:ext uri="{FF2B5EF4-FFF2-40B4-BE49-F238E27FC236}">
                <a16:creationId xmlns:a16="http://schemas.microsoft.com/office/drawing/2014/main" id="{2A0D3A99-10A9-4FFA-E408-112A007F7E7B}"/>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41868956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3" name="Title 2">
            <a:extLst>
              <a:ext uri="{FF2B5EF4-FFF2-40B4-BE49-F238E27FC236}">
                <a16:creationId xmlns:a16="http://schemas.microsoft.com/office/drawing/2014/main" id="{37B5A9CC-5CB0-44AB-7E11-D6EF3D085B5A}"/>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2" name="Picture 1" descr="Logo&#10;&#10;AI-generated content may be incorrect.">
            <a:extLst>
              <a:ext uri="{FF2B5EF4-FFF2-40B4-BE49-F238E27FC236}">
                <a16:creationId xmlns:a16="http://schemas.microsoft.com/office/drawing/2014/main" id="{EE66EE82-A6E0-2D24-7CD1-05F4D675D52E}"/>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17553607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5">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3" name="Title 2">
            <a:extLst>
              <a:ext uri="{FF2B5EF4-FFF2-40B4-BE49-F238E27FC236}">
                <a16:creationId xmlns:a16="http://schemas.microsoft.com/office/drawing/2014/main" id="{9B9F7558-226E-1D88-1A16-971FEA4EB13F}"/>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2" name="Picture 1" descr="Logo&#10;&#10;AI-generated content may be incorrect.">
            <a:extLst>
              <a:ext uri="{FF2B5EF4-FFF2-40B4-BE49-F238E27FC236}">
                <a16:creationId xmlns:a16="http://schemas.microsoft.com/office/drawing/2014/main" id="{474D8604-F23A-C810-DA92-09DE42CED5E1}"/>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343630856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6">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3" name="Title 2">
            <a:extLst>
              <a:ext uri="{FF2B5EF4-FFF2-40B4-BE49-F238E27FC236}">
                <a16:creationId xmlns:a16="http://schemas.microsoft.com/office/drawing/2014/main" id="{090BD529-EDB5-0A5F-BAD5-EEF2526E4751}"/>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2" name="Picture 1" descr="Logo&#10;&#10;AI-generated content may be incorrect.">
            <a:extLst>
              <a:ext uri="{FF2B5EF4-FFF2-40B4-BE49-F238E27FC236}">
                <a16:creationId xmlns:a16="http://schemas.microsoft.com/office/drawing/2014/main" id="{25BA2D39-41D0-BA53-F47D-B71A41FC256F}"/>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27222895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7">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3" name="Title 2">
            <a:extLst>
              <a:ext uri="{FF2B5EF4-FFF2-40B4-BE49-F238E27FC236}">
                <a16:creationId xmlns:a16="http://schemas.microsoft.com/office/drawing/2014/main" id="{C7DD0738-E754-A60B-5425-F3CB13F8EAFB}"/>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2" name="Picture 1" descr="Logo&#10;&#10;AI-generated content may be incorrect.">
            <a:extLst>
              <a:ext uri="{FF2B5EF4-FFF2-40B4-BE49-F238E27FC236}">
                <a16:creationId xmlns:a16="http://schemas.microsoft.com/office/drawing/2014/main" id="{E33092C5-EEA6-28D7-75DC-D16AC62BB038}"/>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32074131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Slide-8">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3" name="Title 2">
            <a:extLst>
              <a:ext uri="{FF2B5EF4-FFF2-40B4-BE49-F238E27FC236}">
                <a16:creationId xmlns:a16="http://schemas.microsoft.com/office/drawing/2014/main" id="{97B06A6F-9381-7DD5-08D5-92BF58C97959}"/>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2" name="Picture 1" descr="Logo&#10;&#10;AI-generated content may be incorrect.">
            <a:extLst>
              <a:ext uri="{FF2B5EF4-FFF2-40B4-BE49-F238E27FC236}">
                <a16:creationId xmlns:a16="http://schemas.microsoft.com/office/drawing/2014/main" id="{49D2398A-1118-7EE5-73C3-9A51593ABC3F}"/>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31408503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9">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2" name="Title 2">
            <a:extLst>
              <a:ext uri="{FF2B5EF4-FFF2-40B4-BE49-F238E27FC236}">
                <a16:creationId xmlns:a16="http://schemas.microsoft.com/office/drawing/2014/main" id="{30DA3CB0-7B5A-EC05-143D-9E57735C344A}"/>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3" name="Picture 2" descr="Logo&#10;&#10;AI-generated content may be incorrect.">
            <a:extLst>
              <a:ext uri="{FF2B5EF4-FFF2-40B4-BE49-F238E27FC236}">
                <a16:creationId xmlns:a16="http://schemas.microsoft.com/office/drawing/2014/main" id="{A766F6A3-D0E3-C75B-B42B-399C64F73CCF}"/>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94155356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lide-10">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2" name="Title 2">
            <a:extLst>
              <a:ext uri="{FF2B5EF4-FFF2-40B4-BE49-F238E27FC236}">
                <a16:creationId xmlns:a16="http://schemas.microsoft.com/office/drawing/2014/main" id="{750E0B73-BAB1-26E4-A3F8-8B027F6AF61F}"/>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3" name="Picture 2" descr="Logo&#10;&#10;AI-generated content may be incorrect.">
            <a:extLst>
              <a:ext uri="{FF2B5EF4-FFF2-40B4-BE49-F238E27FC236}">
                <a16:creationId xmlns:a16="http://schemas.microsoft.com/office/drawing/2014/main" id="{BA30EA64-FA98-8DAB-C9CD-AAAD98A532E7}"/>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6802467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1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F0E79B-4CEE-AA40-E9A9-FC6C34790611}"/>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3F890A20-17B5-C693-9D82-054B18710139}"/>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5" name="Subtitle 2">
            <a:extLst>
              <a:ext uri="{FF2B5EF4-FFF2-40B4-BE49-F238E27FC236}">
                <a16:creationId xmlns:a16="http://schemas.microsoft.com/office/drawing/2014/main" id="{1E85BD41-B268-9ECD-1486-035C3D43E3DB}"/>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6" name="Text Placeholder 13">
            <a:extLst>
              <a:ext uri="{FF2B5EF4-FFF2-40B4-BE49-F238E27FC236}">
                <a16:creationId xmlns:a16="http://schemas.microsoft.com/office/drawing/2014/main" id="{C2EA1668-735D-7EA6-105A-247D6EFC6097}"/>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2" name="Title 2">
            <a:extLst>
              <a:ext uri="{FF2B5EF4-FFF2-40B4-BE49-F238E27FC236}">
                <a16:creationId xmlns:a16="http://schemas.microsoft.com/office/drawing/2014/main" id="{CE122DD2-02A1-AD95-8165-303C4D91EB7A}"/>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3" name="Picture 2" descr="Logo&#10;&#10;AI-generated content may be incorrect.">
            <a:extLst>
              <a:ext uri="{FF2B5EF4-FFF2-40B4-BE49-F238E27FC236}">
                <a16:creationId xmlns:a16="http://schemas.microsoft.com/office/drawing/2014/main" id="{11467F05-1C2C-4D5B-65D5-8A305398BDD1}"/>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23339725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1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C7BD3D-1900-FFD5-A5CF-617035115C25}"/>
              </a:ext>
            </a:extLst>
          </p:cNvPr>
          <p:cNvPicPr>
            <a:picLocks noChangeAspect="1"/>
          </p:cNvPicPr>
          <p:nvPr userDrawn="1"/>
        </p:nvPicPr>
        <p:blipFill>
          <a:blip r:embed="rId2"/>
          <a:srcRect/>
          <a:stretch/>
        </p:blipFill>
        <p:spPr>
          <a:xfrm>
            <a:off x="0" y="0"/>
            <a:ext cx="12192000" cy="6858000"/>
          </a:xfrm>
          <a:prstGeom prst="rect">
            <a:avLst/>
          </a:prstGeom>
        </p:spPr>
      </p:pic>
      <p:sp>
        <p:nvSpPr>
          <p:cNvPr id="4" name="Rounded Rectangle 3">
            <a:extLst>
              <a:ext uri="{FF2B5EF4-FFF2-40B4-BE49-F238E27FC236}">
                <a16:creationId xmlns:a16="http://schemas.microsoft.com/office/drawing/2014/main" id="{AB293E9A-254A-4DC5-9380-D4F314FCBA87}"/>
              </a:ext>
            </a:extLst>
          </p:cNvPr>
          <p:cNvSpPr>
            <a:spLocks noChangeArrowheads="1"/>
          </p:cNvSpPr>
          <p:nvPr userDrawn="1"/>
        </p:nvSpPr>
        <p:spPr bwMode="auto">
          <a:xfrm>
            <a:off x="235369" y="6588947"/>
            <a:ext cx="3980676" cy="102657"/>
          </a:xfrm>
          <a:prstGeom prst="roundRect">
            <a:avLst>
              <a:gd name="adj" fmla="val 0"/>
            </a:avLst>
          </a:prstGeom>
          <a:noFill/>
          <a:ln w="9525">
            <a:noFill/>
            <a:miter lim="800000"/>
            <a:headEnd/>
            <a:tailEnd/>
          </a:ln>
          <a:effectLst/>
        </p:spPr>
        <p:txBody>
          <a:bodyPr wrap="square" lIns="0" tIns="0" rIns="0" bIns="0" anchor="ctr">
            <a:spAutoFit/>
          </a:bodyPr>
          <a:lstStyle/>
          <a:p>
            <a:pPr marL="0" marR="0" lvl="0" indent="0" algn="l" defTabSz="914354" rtl="0" eaLnBrk="0" fontAlgn="base" latinLnBrk="0" hangingPunct="0">
              <a:lnSpc>
                <a:spcPct val="100000"/>
              </a:lnSpc>
              <a:spcBef>
                <a:spcPct val="0"/>
              </a:spcBef>
              <a:spcAft>
                <a:spcPct val="0"/>
              </a:spcAft>
              <a:buClrTx/>
              <a:buSzTx/>
              <a:buFontTx/>
              <a:buNone/>
              <a:tabLst/>
              <a:defRPr/>
            </a:pPr>
            <a:r>
              <a:rPr kumimoji="0" lang="en-US" sz="667" b="0" i="0" u="none" strike="noStrike" kern="0" cap="none" spc="0" normalizeH="0" baseline="0" noProof="0" dirty="0">
                <a:ln>
                  <a:noFill/>
                </a:ln>
                <a:solidFill>
                  <a:schemeClr val="tx1">
                    <a:alpha val="33000"/>
                  </a:schemeClr>
                </a:solidFill>
                <a:effectLst/>
                <a:uLnTx/>
                <a:uFillTx/>
                <a:latin typeface="+mn-lt"/>
              </a:rPr>
              <a:t> © 2025 Noblis, Inc. All rights reserved. Proprietary to Noblis.</a:t>
            </a:r>
          </a:p>
        </p:txBody>
      </p:sp>
      <p:sp>
        <p:nvSpPr>
          <p:cNvPr id="6" name="Subtitle 2">
            <a:extLst>
              <a:ext uri="{FF2B5EF4-FFF2-40B4-BE49-F238E27FC236}">
                <a16:creationId xmlns:a16="http://schemas.microsoft.com/office/drawing/2014/main" id="{F2E96786-35AA-CDD8-4C2D-42E0A52C4455}"/>
              </a:ext>
            </a:extLst>
          </p:cNvPr>
          <p:cNvSpPr>
            <a:spLocks noGrp="1"/>
          </p:cNvSpPr>
          <p:nvPr>
            <p:ph type="subTitle" idx="1"/>
          </p:nvPr>
        </p:nvSpPr>
        <p:spPr>
          <a:xfrm>
            <a:off x="741103" y="4580467"/>
            <a:ext cx="4970612" cy="474071"/>
          </a:xfrm>
          <a:prstGeom prst="rect">
            <a:avLst/>
          </a:prstGeom>
        </p:spPr>
        <p:txBody>
          <a:bodyPr tIns="91440" bIns="0" anchor="b" anchorCtr="0">
            <a:noAutofit/>
          </a:bodyPr>
          <a:lstStyle>
            <a:lvl1pPr marL="0" indent="0" algn="l">
              <a:spcBef>
                <a:spcPts val="267"/>
              </a:spcBef>
              <a:buNone/>
              <a:defRPr sz="2133" b="1">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dirty="0"/>
              <a:t>Click to edit Master subtitle style</a:t>
            </a:r>
          </a:p>
        </p:txBody>
      </p:sp>
      <p:sp>
        <p:nvSpPr>
          <p:cNvPr id="7" name="Text Placeholder 13">
            <a:extLst>
              <a:ext uri="{FF2B5EF4-FFF2-40B4-BE49-F238E27FC236}">
                <a16:creationId xmlns:a16="http://schemas.microsoft.com/office/drawing/2014/main" id="{D12914DF-6430-45BC-13C9-F341544FD446}"/>
              </a:ext>
            </a:extLst>
          </p:cNvPr>
          <p:cNvSpPr>
            <a:spLocks noGrp="1"/>
          </p:cNvSpPr>
          <p:nvPr>
            <p:ph type="body" sz="quarter" idx="10"/>
          </p:nvPr>
        </p:nvSpPr>
        <p:spPr>
          <a:xfrm>
            <a:off x="740478" y="5097647"/>
            <a:ext cx="4972049" cy="527051"/>
          </a:xfrm>
        </p:spPr>
        <p:txBody>
          <a:bodyPr tIns="0" bIns="91440"/>
          <a:lstStyle>
            <a:lvl1pPr marL="0" marR="0" indent="0" algn="l" defTabSz="1219078" rtl="0" eaLnBrk="1" fontAlgn="auto" latinLnBrk="0" hangingPunct="1">
              <a:lnSpc>
                <a:spcPct val="100000"/>
              </a:lnSpc>
              <a:spcBef>
                <a:spcPts val="267"/>
              </a:spcBef>
              <a:spcAft>
                <a:spcPts val="0"/>
              </a:spcAft>
              <a:buClr>
                <a:schemeClr val="tx2"/>
              </a:buClr>
              <a:buSzPct val="150000"/>
              <a:buFont typeface="Arial" panose="020B0604020202020204" pitchFamily="34" charset="0"/>
              <a:buNone/>
              <a:tabLst/>
              <a:defRPr lang="en-US" sz="1867" b="0" kern="1200" dirty="0" smtClean="0">
                <a:solidFill>
                  <a:schemeClr val="tx2"/>
                </a:solidFill>
                <a:latin typeface="Arial" panose="020B0604020202020204" pitchFamily="34" charset="0"/>
                <a:ea typeface="+mn-ea"/>
                <a:cs typeface="Arial" panose="020B0604020202020204" pitchFamily="34" charset="0"/>
              </a:defRPr>
            </a:lvl1pPr>
            <a:lvl2pPr marL="609539" indent="0" algn="r">
              <a:buNone/>
              <a:defRPr/>
            </a:lvl2pPr>
            <a:lvl3pPr marL="1219076" indent="0" algn="r">
              <a:buNone/>
              <a:defRPr/>
            </a:lvl3pPr>
            <a:lvl4pPr marL="1828616" indent="0" algn="r">
              <a:buNone/>
              <a:defRPr/>
            </a:lvl4pPr>
            <a:lvl5pPr marL="2438155" indent="0" algn="r">
              <a:buNone/>
              <a:defRPr/>
            </a:lvl5pPr>
          </a:lstStyle>
          <a:p>
            <a:pPr lvl="0"/>
            <a:r>
              <a:rPr lang="en-US" dirty="0"/>
              <a:t>Click to edit Master text styles</a:t>
            </a:r>
          </a:p>
        </p:txBody>
      </p:sp>
      <p:sp>
        <p:nvSpPr>
          <p:cNvPr id="2" name="Title 2">
            <a:extLst>
              <a:ext uri="{FF2B5EF4-FFF2-40B4-BE49-F238E27FC236}">
                <a16:creationId xmlns:a16="http://schemas.microsoft.com/office/drawing/2014/main" id="{BE5F8272-BF41-803A-522E-2A93207AB513}"/>
              </a:ext>
            </a:extLst>
          </p:cNvPr>
          <p:cNvSpPr>
            <a:spLocks noGrp="1"/>
          </p:cNvSpPr>
          <p:nvPr>
            <p:ph type="title"/>
          </p:nvPr>
        </p:nvSpPr>
        <p:spPr>
          <a:xfrm>
            <a:off x="740477" y="2557759"/>
            <a:ext cx="5268504" cy="2009729"/>
          </a:xfrm>
        </p:spPr>
        <p:txBody>
          <a:bodyPr anchor="t">
            <a:normAutofit/>
          </a:bodyPr>
          <a:lstStyle>
            <a:lvl1pPr algn="l">
              <a:lnSpc>
                <a:spcPct val="110000"/>
              </a:lnSpc>
              <a:defRPr sz="3733">
                <a:solidFill>
                  <a:schemeClr val="tx1"/>
                </a:solidFill>
              </a:defRPr>
            </a:lvl1pPr>
          </a:lstStyle>
          <a:p>
            <a:r>
              <a:rPr lang="en-US" dirty="0"/>
              <a:t>Click to edit Master title style</a:t>
            </a:r>
          </a:p>
        </p:txBody>
      </p:sp>
      <p:pic>
        <p:nvPicPr>
          <p:cNvPr id="3" name="Picture 2" descr="Logo&#10;&#10;AI-generated content may be incorrect.">
            <a:extLst>
              <a:ext uri="{FF2B5EF4-FFF2-40B4-BE49-F238E27FC236}">
                <a16:creationId xmlns:a16="http://schemas.microsoft.com/office/drawing/2014/main" id="{3EBCA793-2915-2E93-3B2E-38719BF1CF0B}"/>
              </a:ext>
            </a:extLst>
          </p:cNvPr>
          <p:cNvPicPr>
            <a:picLocks noChangeAspect="1"/>
          </p:cNvPicPr>
          <p:nvPr userDrawn="1"/>
        </p:nvPicPr>
        <p:blipFill>
          <a:blip r:embed="rId3"/>
          <a:stretch>
            <a:fillRect/>
          </a:stretch>
        </p:blipFill>
        <p:spPr>
          <a:xfrm>
            <a:off x="854251" y="499534"/>
            <a:ext cx="1695356" cy="584605"/>
          </a:xfrm>
          <a:prstGeom prst="rect">
            <a:avLst/>
          </a:prstGeom>
        </p:spPr>
      </p:pic>
    </p:spTree>
    <p:extLst>
      <p:ext uri="{BB962C8B-B14F-4D97-AF65-F5344CB8AC3E}">
        <p14:creationId xmlns:p14="http://schemas.microsoft.com/office/powerpoint/2010/main" val="22216793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B53DFE4-D4B6-9042-B2CC-E81BD8122FA6}"/>
              </a:ext>
            </a:extLst>
          </p:cNvPr>
          <p:cNvSpPr>
            <a:spLocks noGrp="1"/>
          </p:cNvSpPr>
          <p:nvPr>
            <p:ph sz="quarter" idx="10"/>
          </p:nvPr>
        </p:nvSpPr>
        <p:spPr>
          <a:xfrm>
            <a:off x="408996" y="1295408"/>
            <a:ext cx="11372371" cy="4836576"/>
          </a:xfrm>
        </p:spPr>
        <p:txBody>
          <a:bodyPr/>
          <a:lstStyle>
            <a:lvl1pPr>
              <a:lnSpc>
                <a:spcPct val="100000"/>
              </a:lnSpc>
              <a:defRPr/>
            </a:lvl1pPr>
            <a:lvl2pPr>
              <a:lnSpc>
                <a:spcPct val="100000"/>
              </a:lnSpc>
              <a:defRPr/>
            </a:lvl2pPr>
            <a:lvl3pPr>
              <a:lnSpc>
                <a:spcPct val="100000"/>
              </a:lnSpc>
              <a:defRPr/>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D0606E1C-4AE7-2148-B92E-B4D7DF68D13E}"/>
              </a:ext>
            </a:extLst>
          </p:cNvPr>
          <p:cNvSpPr>
            <a:spLocks noGrp="1"/>
          </p:cNvSpPr>
          <p:nvPr>
            <p:ph type="sldNum" sz="quarter" idx="11"/>
          </p:nvPr>
        </p:nvSpPr>
        <p:spPr/>
        <p:txBody>
          <a:bodyPr/>
          <a:lstStyle/>
          <a:p>
            <a:fld id="{2AA54F96-7B9E-AE40-B001-B6CE5D33BA91}" type="slidenum">
              <a:rPr lang="en-US" smtClean="0"/>
              <a:pPr/>
              <a:t>‹#›</a:t>
            </a:fld>
            <a:endParaRPr lang="en-US"/>
          </a:p>
        </p:txBody>
      </p:sp>
      <p:sp>
        <p:nvSpPr>
          <p:cNvPr id="3" name="Title Placeholder 1">
            <a:extLst>
              <a:ext uri="{FF2B5EF4-FFF2-40B4-BE49-F238E27FC236}">
                <a16:creationId xmlns:a16="http://schemas.microsoft.com/office/drawing/2014/main" id="{6028197E-274A-90EB-DB3A-4A97C38BA61C}"/>
              </a:ext>
            </a:extLst>
          </p:cNvPr>
          <p:cNvSpPr>
            <a:spLocks noGrp="1"/>
          </p:cNvSpPr>
          <p:nvPr>
            <p:ph type="title"/>
          </p:nvPr>
        </p:nvSpPr>
        <p:spPr>
          <a:xfrm>
            <a:off x="409816" y="251014"/>
            <a:ext cx="11372369" cy="881100"/>
          </a:xfrm>
          <a:prstGeom prst="rect">
            <a:avLst/>
          </a:prstGeom>
        </p:spPr>
        <p:txBody>
          <a:bodyPr vert="horz" lIns="91440" tIns="45720" rIns="91440" bIns="45720" rtlCol="0" anchor="b">
            <a:normAutofit/>
          </a:bodyPr>
          <a:lstStyle/>
          <a:p>
            <a:r>
              <a:rPr lang="en-US" dirty="0"/>
              <a:t>Click to edit Master title style</a:t>
            </a:r>
          </a:p>
        </p:txBody>
      </p:sp>
    </p:spTree>
    <p:extLst>
      <p:ext uri="{BB962C8B-B14F-4D97-AF65-F5344CB8AC3E}">
        <p14:creationId xmlns:p14="http://schemas.microsoft.com/office/powerpoint/2010/main" val="20827101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Content-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25D935-7034-1A7E-18E4-70BFE435A691}"/>
              </a:ext>
            </a:extLst>
          </p:cNvPr>
          <p:cNvPicPr>
            <a:picLocks noChangeAspect="1"/>
          </p:cNvPicPr>
          <p:nvPr userDrawn="1"/>
        </p:nvPicPr>
        <p:blipFill>
          <a:blip r:embed="rId2"/>
          <a:srcRect b="16731"/>
          <a:stretch>
            <a:fillRect/>
          </a:stretch>
        </p:blipFill>
        <p:spPr>
          <a:xfrm>
            <a:off x="0" y="1119834"/>
            <a:ext cx="12192000" cy="1169885"/>
          </a:xfrm>
          <a:prstGeom prst="rect">
            <a:avLst/>
          </a:prstGeom>
        </p:spPr>
      </p:pic>
      <p:sp>
        <p:nvSpPr>
          <p:cNvPr id="2" name="Title 1"/>
          <p:cNvSpPr>
            <a:spLocks noGrp="1"/>
          </p:cNvSpPr>
          <p:nvPr>
            <p:ph type="title"/>
          </p:nvPr>
        </p:nvSpPr>
        <p:spPr>
          <a:xfrm>
            <a:off x="409816" y="251015"/>
            <a:ext cx="11372371" cy="609600"/>
          </a:xfrm>
        </p:spPr>
        <p:txBody>
          <a:bodyPr>
            <a:noAutofit/>
          </a:bodyPr>
          <a:lstStyle>
            <a:lvl1pPr>
              <a:defRPr sz="3200" b="0">
                <a:solidFill>
                  <a:srgbClr val="2D5A77"/>
                </a:solidFill>
              </a:defRPr>
            </a:lvl1pPr>
          </a:lstStyle>
          <a:p>
            <a:r>
              <a:rPr lang="en-US" dirty="0"/>
              <a:t>Click to edit Master title style</a:t>
            </a:r>
          </a:p>
        </p:txBody>
      </p:sp>
      <p:sp>
        <p:nvSpPr>
          <p:cNvPr id="3" name="Content Placeholder 2"/>
          <p:cNvSpPr>
            <a:spLocks noGrp="1"/>
          </p:cNvSpPr>
          <p:nvPr>
            <p:ph idx="1"/>
          </p:nvPr>
        </p:nvSpPr>
        <p:spPr>
          <a:xfrm>
            <a:off x="409816" y="1219699"/>
            <a:ext cx="11372371" cy="992716"/>
          </a:xfrm>
          <a:prstGeom prst="rect">
            <a:avLst/>
          </a:prstGeom>
        </p:spPr>
        <p:txBody>
          <a:bodyPr anchor="ctr" anchorCtr="0">
            <a:noAutofit/>
          </a:bodyPr>
          <a:lstStyle>
            <a:lvl1pPr marL="0" indent="0" algn="ctr">
              <a:lnSpc>
                <a:spcPct val="110000"/>
              </a:lnSpc>
              <a:buNone/>
              <a:defRPr sz="2133">
                <a:solidFill>
                  <a:schemeClr val="bg1"/>
                </a:solidFill>
              </a:defRPr>
            </a:lvl1pPr>
            <a:lvl2pPr marL="609539" indent="0" algn="ctr">
              <a:buClr>
                <a:schemeClr val="tx1">
                  <a:lumMod val="50000"/>
                  <a:lumOff val="50000"/>
                </a:schemeClr>
              </a:buClr>
              <a:buNone/>
              <a:defRPr>
                <a:solidFill>
                  <a:sysClr val="windowText" lastClr="000000"/>
                </a:solidFill>
              </a:defRPr>
            </a:lvl2pPr>
            <a:lvl3pPr marL="1219076" indent="0" algn="ctr">
              <a:buClr>
                <a:schemeClr val="tx1">
                  <a:lumMod val="50000"/>
                  <a:lumOff val="50000"/>
                </a:schemeClr>
              </a:buClr>
              <a:buNone/>
              <a:defRPr>
                <a:solidFill>
                  <a:sysClr val="windowText" lastClr="000000"/>
                </a:solidFill>
              </a:defRPr>
            </a:lvl3pPr>
            <a:lvl4pPr marL="1828616" indent="0" algn="ctr">
              <a:buClr>
                <a:schemeClr val="tx1">
                  <a:lumMod val="50000"/>
                  <a:lumOff val="50000"/>
                </a:schemeClr>
              </a:buClr>
              <a:buSzPct val="120000"/>
              <a:buFont typeface="Arial" panose="020B0604020202020204" pitchFamily="34" charset="0"/>
              <a:buNone/>
              <a:defRPr>
                <a:solidFill>
                  <a:sysClr val="windowText" lastClr="000000"/>
                </a:solidFill>
              </a:defRPr>
            </a:lvl4pPr>
            <a:lvl5pPr marL="2438155" indent="0" algn="ctr">
              <a:buClr>
                <a:schemeClr val="tx1">
                  <a:lumMod val="50000"/>
                  <a:lumOff val="50000"/>
                </a:schemeClr>
              </a:buClr>
              <a:buFont typeface="System Font Regular"/>
              <a:buNone/>
              <a:defRPr>
                <a:solidFill>
                  <a:sysClr val="windowText" lastClr="000000"/>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0AC2EB45-285C-A74B-BA7A-CD98118299C0}"/>
              </a:ext>
            </a:extLst>
          </p:cNvPr>
          <p:cNvSpPr>
            <a:spLocks noGrp="1"/>
          </p:cNvSpPr>
          <p:nvPr>
            <p:ph sz="quarter" idx="10"/>
          </p:nvPr>
        </p:nvSpPr>
        <p:spPr>
          <a:xfrm>
            <a:off x="409817" y="2548936"/>
            <a:ext cx="5419435" cy="3621077"/>
          </a:xfrm>
          <a:prstGeom prst="rect">
            <a:avLst/>
          </a:prstGeom>
        </p:spPr>
        <p:txBody>
          <a:bodyPr/>
          <a:lstStyle>
            <a:lvl1pPr>
              <a:lnSpc>
                <a:spcPct val="100000"/>
              </a:lnSpc>
              <a:buClr>
                <a:schemeClr val="tx2"/>
              </a:buClr>
              <a:defRPr/>
            </a:lvl1pPr>
            <a:lvl2pPr>
              <a:lnSpc>
                <a:spcPct val="100000"/>
              </a:lnSpc>
              <a:buClr>
                <a:schemeClr val="tx2"/>
              </a:buClr>
              <a:defRPr/>
            </a:lvl2pPr>
            <a:lvl3pPr>
              <a:lnSpc>
                <a:spcPct val="100000"/>
              </a:lnSpc>
              <a:buClr>
                <a:schemeClr val="tx2"/>
              </a:buClr>
              <a:defRPr/>
            </a:lvl3pPr>
            <a:lvl4pPr>
              <a:lnSpc>
                <a:spcPct val="100000"/>
              </a:lnSpc>
              <a:buClr>
                <a:schemeClr val="tx2"/>
              </a:buClr>
              <a:defRPr sz="1867"/>
            </a:lvl4pPr>
            <a:lvl5pPr>
              <a:lnSpc>
                <a:spcPct val="100000"/>
              </a:lnSpc>
              <a:buClr>
                <a:schemeClr val="tx2"/>
              </a:buCl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4FA1E67A-C339-B540-919A-6AAD948710B2}"/>
              </a:ext>
            </a:extLst>
          </p:cNvPr>
          <p:cNvSpPr>
            <a:spLocks noGrp="1"/>
          </p:cNvSpPr>
          <p:nvPr>
            <p:ph sz="quarter" idx="11"/>
          </p:nvPr>
        </p:nvSpPr>
        <p:spPr>
          <a:xfrm>
            <a:off x="6362751" y="2548936"/>
            <a:ext cx="5419435" cy="3621077"/>
          </a:xfrm>
          <a:prstGeom prst="rect">
            <a:avLst/>
          </a:prstGeom>
        </p:spPr>
        <p:txBody>
          <a:bodyPr/>
          <a:lstStyle>
            <a:lvl1pPr>
              <a:lnSpc>
                <a:spcPct val="100000"/>
              </a:lnSpc>
              <a:buClr>
                <a:schemeClr val="tx2"/>
              </a:buClr>
              <a:defRPr/>
            </a:lvl1pPr>
            <a:lvl2pPr>
              <a:lnSpc>
                <a:spcPct val="100000"/>
              </a:lnSpc>
              <a:buClr>
                <a:schemeClr val="tx2"/>
              </a:buClr>
              <a:defRPr/>
            </a:lvl2pPr>
            <a:lvl3pPr>
              <a:lnSpc>
                <a:spcPct val="100000"/>
              </a:lnSpc>
              <a:buClr>
                <a:schemeClr val="tx2"/>
              </a:buClr>
              <a:defRPr/>
            </a:lvl3pPr>
            <a:lvl4pPr>
              <a:lnSpc>
                <a:spcPct val="100000"/>
              </a:lnSpc>
              <a:buClr>
                <a:schemeClr val="tx2"/>
              </a:buClr>
              <a:defRPr sz="1867"/>
            </a:lvl4pPr>
            <a:lvl5pPr>
              <a:lnSpc>
                <a:spcPct val="100000"/>
              </a:lnSpc>
              <a:buClr>
                <a:schemeClr val="tx2"/>
              </a:buClr>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4D9F8FF5-751E-8147-B6C7-27502EBBDF36}"/>
              </a:ext>
            </a:extLst>
          </p:cNvPr>
          <p:cNvSpPr>
            <a:spLocks noGrp="1"/>
          </p:cNvSpPr>
          <p:nvPr>
            <p:ph type="sldNum" sz="quarter" idx="12"/>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12115787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292FA64-544D-804A-BC0C-3343CCB92EDF}"/>
              </a:ext>
            </a:extLst>
          </p:cNvPr>
          <p:cNvSpPr>
            <a:spLocks noGrp="1"/>
          </p:cNvSpPr>
          <p:nvPr>
            <p:ph type="pic" sz="quarter" idx="10"/>
          </p:nvPr>
        </p:nvSpPr>
        <p:spPr>
          <a:xfrm>
            <a:off x="7985760" y="-3049"/>
            <a:ext cx="4206240" cy="6861049"/>
          </a:xfrm>
          <a:prstGeom prst="rect">
            <a:avLst/>
          </a:prstGeom>
        </p:spPr>
        <p:txBody>
          <a:bodyPr/>
          <a:lstStyle/>
          <a:p>
            <a:r>
              <a:rPr lang="en-US"/>
              <a:t>Click icon to add picture</a:t>
            </a:r>
          </a:p>
        </p:txBody>
      </p:sp>
      <p:sp>
        <p:nvSpPr>
          <p:cNvPr id="2" name="Title 1"/>
          <p:cNvSpPr>
            <a:spLocks noGrp="1"/>
          </p:cNvSpPr>
          <p:nvPr>
            <p:ph type="title"/>
          </p:nvPr>
        </p:nvSpPr>
        <p:spPr>
          <a:xfrm>
            <a:off x="409816" y="365127"/>
            <a:ext cx="7143805" cy="1219200"/>
          </a:xfrm>
        </p:spPr>
        <p:txBody>
          <a:bodyPr/>
          <a:lstStyle>
            <a:lvl1pPr algn="l">
              <a:defRPr>
                <a:solidFill>
                  <a:srgbClr val="2E5B78"/>
                </a:solidFill>
              </a:defRPr>
            </a:lvl1pPr>
          </a:lstStyle>
          <a:p>
            <a:r>
              <a:rPr lang="en-US"/>
              <a:t>Click to edit Master title style</a:t>
            </a:r>
            <a:endParaRPr lang="en-US" dirty="0"/>
          </a:p>
        </p:txBody>
      </p:sp>
      <p:sp>
        <p:nvSpPr>
          <p:cNvPr id="10" name="Content Placeholder 9">
            <a:extLst>
              <a:ext uri="{FF2B5EF4-FFF2-40B4-BE49-F238E27FC236}">
                <a16:creationId xmlns:a16="http://schemas.microsoft.com/office/drawing/2014/main" id="{2DD2329E-FAFB-E540-A060-02194D0C9A5D}"/>
              </a:ext>
            </a:extLst>
          </p:cNvPr>
          <p:cNvSpPr>
            <a:spLocks noGrp="1"/>
          </p:cNvSpPr>
          <p:nvPr>
            <p:ph sz="quarter" idx="11"/>
          </p:nvPr>
        </p:nvSpPr>
        <p:spPr>
          <a:xfrm>
            <a:off x="409817" y="1936509"/>
            <a:ext cx="7144568" cy="4145280"/>
          </a:xfrm>
        </p:spPr>
        <p:txBody>
          <a:bodyPr>
            <a:noAutofit/>
          </a:bodyPr>
          <a:lstStyle>
            <a:lvl1pPr>
              <a:lnSpc>
                <a:spcPct val="100000"/>
              </a:lnSpc>
              <a:defRPr/>
            </a:lvl1pPr>
            <a:lvl2pPr>
              <a:lnSpc>
                <a:spcPct val="100000"/>
              </a:lnSpc>
              <a:defRPr/>
            </a:lvl2pPr>
            <a:lvl3pPr>
              <a:lnSpc>
                <a:spcPct val="100000"/>
              </a:lnSpc>
              <a:defRPr/>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06EA6AD8-75E4-DC4A-9B2C-71EDB8924DBE}"/>
              </a:ext>
            </a:extLst>
          </p:cNvPr>
          <p:cNvSpPr>
            <a:spLocks noGrp="1"/>
          </p:cNvSpPr>
          <p:nvPr>
            <p:ph type="sldNum" sz="quarter" idx="12"/>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40846705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09816" y="251014"/>
            <a:ext cx="11372371" cy="881101"/>
          </a:xfrm>
        </p:spPr>
        <p:txBody>
          <a:bodyPr anchor="b" anchorCtr="0">
            <a:normAutofit/>
          </a:bodyPr>
          <a:lstStyle>
            <a:lvl1pPr>
              <a:defRPr sz="3200" b="0"/>
            </a:lvl1pPr>
          </a:lstStyle>
          <a:p>
            <a:r>
              <a:rPr lang="en-US" dirty="0"/>
              <a:t>Click to edit Master title style</a:t>
            </a:r>
          </a:p>
        </p:txBody>
      </p:sp>
      <p:sp>
        <p:nvSpPr>
          <p:cNvPr id="4" name="Slide Number Placeholder 3">
            <a:extLst>
              <a:ext uri="{FF2B5EF4-FFF2-40B4-BE49-F238E27FC236}">
                <a16:creationId xmlns:a16="http://schemas.microsoft.com/office/drawing/2014/main" id="{F7DDFEC1-AB68-7BAC-4960-0C884B210B33}"/>
              </a:ext>
            </a:extLst>
          </p:cNvPr>
          <p:cNvSpPr>
            <a:spLocks noGrp="1"/>
          </p:cNvSpPr>
          <p:nvPr>
            <p:ph type="sldNum" sz="quarter" idx="10"/>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2566993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with Background-1">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566CAA-29B6-989F-F481-5748F6253084}"/>
              </a:ext>
            </a:extLst>
          </p:cNvPr>
          <p:cNvPicPr>
            <a:picLocks noChangeAspect="1"/>
          </p:cNvPicPr>
          <p:nvPr userDrawn="1"/>
        </p:nvPicPr>
        <p:blipFill>
          <a:blip r:embed="rId2"/>
          <a:srcRect b="7588"/>
          <a:stretch>
            <a:fillRect/>
          </a:stretch>
        </p:blipFill>
        <p:spPr>
          <a:xfrm>
            <a:off x="0" y="0"/>
            <a:ext cx="12192000" cy="6337643"/>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9C837E30-61F6-DA41-B338-D1D4938575B8}"/>
              </a:ext>
            </a:extLst>
          </p:cNvPr>
          <p:cNvSpPr>
            <a:spLocks noGrp="1"/>
          </p:cNvSpPr>
          <p:nvPr>
            <p:ph type="sldNum" sz="quarter" idx="10"/>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16052855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with Background-2">
    <p:bg>
      <p:bgPr>
        <a:solidFill>
          <a:schemeClr val="bg1"/>
        </a:solidFill>
        <a:effectLst/>
      </p:bgPr>
    </p:bg>
    <p:spTree>
      <p:nvGrpSpPr>
        <p:cNvPr id="1" name=""/>
        <p:cNvGrpSpPr/>
        <p:nvPr/>
      </p:nvGrpSpPr>
      <p:grpSpPr>
        <a:xfrm>
          <a:off x="0" y="0"/>
          <a:ext cx="0" cy="0"/>
          <a:chOff x="0" y="0"/>
          <a:chExt cx="0" cy="0"/>
        </a:xfrm>
      </p:grpSpPr>
      <p:pic>
        <p:nvPicPr>
          <p:cNvPr id="6" name="Picture 5" descr="Background pattern&#10;&#10;AI-generated content may be incorrect.">
            <a:extLst>
              <a:ext uri="{FF2B5EF4-FFF2-40B4-BE49-F238E27FC236}">
                <a16:creationId xmlns:a16="http://schemas.microsoft.com/office/drawing/2014/main" id="{978F5AE6-042A-5E31-31E5-2D41FE8A8700}"/>
              </a:ext>
            </a:extLst>
          </p:cNvPr>
          <p:cNvPicPr>
            <a:picLocks noChangeAspect="1"/>
          </p:cNvPicPr>
          <p:nvPr userDrawn="1"/>
        </p:nvPicPr>
        <p:blipFill>
          <a:blip r:embed="rId2"/>
          <a:srcRect b="7959"/>
          <a:stretch>
            <a:fillRect/>
          </a:stretch>
        </p:blipFill>
        <p:spPr>
          <a:xfrm>
            <a:off x="0" y="0"/>
            <a:ext cx="12192000" cy="6312171"/>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9C837E30-61F6-DA41-B338-D1D4938575B8}"/>
              </a:ext>
            </a:extLst>
          </p:cNvPr>
          <p:cNvSpPr>
            <a:spLocks noGrp="1"/>
          </p:cNvSpPr>
          <p:nvPr>
            <p:ph type="sldNum" sz="quarter" idx="10"/>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8825052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with Background-3">
    <p:bg>
      <p:bgPr>
        <a:solidFill>
          <a:schemeClr val="bg1"/>
        </a:solidFill>
        <a:effectLst/>
      </p:bgPr>
    </p:bg>
    <p:spTree>
      <p:nvGrpSpPr>
        <p:cNvPr id="1" name=""/>
        <p:cNvGrpSpPr/>
        <p:nvPr/>
      </p:nvGrpSpPr>
      <p:grpSpPr>
        <a:xfrm>
          <a:off x="0" y="0"/>
          <a:ext cx="0" cy="0"/>
          <a:chOff x="0" y="0"/>
          <a:chExt cx="0" cy="0"/>
        </a:xfrm>
      </p:grpSpPr>
      <p:pic>
        <p:nvPicPr>
          <p:cNvPr id="8" name="Picture 7" descr="Background pattern&#10;&#10;AI-generated content may be incorrect.">
            <a:extLst>
              <a:ext uri="{FF2B5EF4-FFF2-40B4-BE49-F238E27FC236}">
                <a16:creationId xmlns:a16="http://schemas.microsoft.com/office/drawing/2014/main" id="{AFE60CF2-0B83-20FB-E455-E97F2EF457BD}"/>
              </a:ext>
            </a:extLst>
          </p:cNvPr>
          <p:cNvPicPr>
            <a:picLocks noChangeAspect="1"/>
          </p:cNvPicPr>
          <p:nvPr userDrawn="1"/>
        </p:nvPicPr>
        <p:blipFill>
          <a:blip r:embed="rId2"/>
          <a:srcRect b="7959"/>
          <a:stretch>
            <a:fillRect/>
          </a:stretch>
        </p:blipFill>
        <p:spPr>
          <a:xfrm>
            <a:off x="0" y="0"/>
            <a:ext cx="12192000" cy="6312171"/>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9C837E30-61F6-DA41-B338-D1D4938575B8}"/>
              </a:ext>
            </a:extLst>
          </p:cNvPr>
          <p:cNvSpPr>
            <a:spLocks noGrp="1"/>
          </p:cNvSpPr>
          <p:nvPr>
            <p:ph type="sldNum" sz="quarter" idx="10"/>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27007160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with Background-4">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080127-30E0-032A-562E-1FD7DB5148B4}"/>
              </a:ext>
            </a:extLst>
          </p:cNvPr>
          <p:cNvPicPr>
            <a:picLocks noChangeAspect="1"/>
          </p:cNvPicPr>
          <p:nvPr userDrawn="1"/>
        </p:nvPicPr>
        <p:blipFill>
          <a:blip r:embed="rId2"/>
          <a:srcRect b="7832"/>
          <a:stretch>
            <a:fillRect/>
          </a:stretch>
        </p:blipFill>
        <p:spPr>
          <a:xfrm>
            <a:off x="0" y="1"/>
            <a:ext cx="12192000" cy="6320817"/>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9C837E30-61F6-DA41-B338-D1D4938575B8}"/>
              </a:ext>
            </a:extLst>
          </p:cNvPr>
          <p:cNvSpPr>
            <a:spLocks noGrp="1"/>
          </p:cNvSpPr>
          <p:nvPr>
            <p:ph type="sldNum" sz="quarter" idx="10"/>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426136271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with Background-5">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D9816-5323-1CC4-2F05-788ACF48D8EC}"/>
              </a:ext>
            </a:extLst>
          </p:cNvPr>
          <p:cNvPicPr>
            <a:picLocks noChangeAspect="1"/>
          </p:cNvPicPr>
          <p:nvPr userDrawn="1"/>
        </p:nvPicPr>
        <p:blipFill>
          <a:blip r:embed="rId2"/>
          <a:srcRect/>
          <a:stretch/>
        </p:blipFill>
        <p:spPr>
          <a:xfrm>
            <a:off x="6299" y="1"/>
            <a:ext cx="12179403" cy="6300999"/>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9C837E30-61F6-DA41-B338-D1D4938575B8}"/>
              </a:ext>
            </a:extLst>
          </p:cNvPr>
          <p:cNvSpPr>
            <a:spLocks noGrp="1"/>
          </p:cNvSpPr>
          <p:nvPr>
            <p:ph type="sldNum" sz="quarter" idx="10"/>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27884665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1D0F32-3647-6170-2BA7-075C5A3A7D5D}"/>
              </a:ext>
            </a:extLst>
          </p:cNvPr>
          <p:cNvSpPr>
            <a:spLocks noGrp="1"/>
          </p:cNvSpPr>
          <p:nvPr>
            <p:ph type="sldNum" sz="quarter" idx="10"/>
          </p:nvPr>
        </p:nvSpPr>
        <p:spPr/>
        <p:txBody>
          <a:bodyPr/>
          <a:lstStyle/>
          <a:p>
            <a:fld id="{2AA54F96-7B9E-AE40-B001-B6CE5D33BA91}" type="slidenum">
              <a:rPr lang="en-US" smtClean="0"/>
              <a:pPr/>
              <a:t>‹#›</a:t>
            </a:fld>
            <a:endParaRPr lang="en-US"/>
          </a:p>
        </p:txBody>
      </p:sp>
    </p:spTree>
    <p:extLst>
      <p:ext uri="{BB962C8B-B14F-4D97-AF65-F5344CB8AC3E}">
        <p14:creationId xmlns:p14="http://schemas.microsoft.com/office/powerpoint/2010/main" val="150876297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Break-1">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E30BF05-3DD2-709B-C3F8-4D99DC84B4BC}"/>
              </a:ext>
            </a:extLst>
          </p:cNvPr>
          <p:cNvPicPr>
            <a:picLocks noChangeAspect="1"/>
          </p:cNvPicPr>
          <p:nvPr userDrawn="1"/>
        </p:nvPicPr>
        <p:blipFill>
          <a:blip r:embed="rId2"/>
          <a:srcRect/>
          <a:stretch/>
        </p:blipFill>
        <p:spPr>
          <a:xfrm>
            <a:off x="0" y="0"/>
            <a:ext cx="12192000" cy="6858000"/>
          </a:xfrm>
          <a:prstGeom prst="rect">
            <a:avLst/>
          </a:prstGeom>
        </p:spPr>
      </p:pic>
      <p:pic>
        <p:nvPicPr>
          <p:cNvPr id="4" name="Picture 3" descr="Logo&#10;&#10;AI-generated content may be incorrect.">
            <a:extLst>
              <a:ext uri="{FF2B5EF4-FFF2-40B4-BE49-F238E27FC236}">
                <a16:creationId xmlns:a16="http://schemas.microsoft.com/office/drawing/2014/main" id="{03A2D485-ECBD-38A2-D312-D0628A8B9904}"/>
              </a:ext>
            </a:extLst>
          </p:cNvPr>
          <p:cNvPicPr>
            <a:picLocks noChangeAspect="1"/>
          </p:cNvPicPr>
          <p:nvPr userDrawn="1"/>
        </p:nvPicPr>
        <p:blipFill>
          <a:blip r:embed="rId3"/>
          <a:stretch>
            <a:fillRect/>
          </a:stretch>
        </p:blipFill>
        <p:spPr>
          <a:xfrm>
            <a:off x="873051" y="5535237"/>
            <a:ext cx="1493384" cy="514960"/>
          </a:xfrm>
          <a:prstGeom prst="rect">
            <a:avLst/>
          </a:prstGeom>
        </p:spPr>
      </p:pic>
      <p:sp>
        <p:nvSpPr>
          <p:cNvPr id="5" name="Slide Number Placeholder 19">
            <a:extLst>
              <a:ext uri="{FF2B5EF4-FFF2-40B4-BE49-F238E27FC236}">
                <a16:creationId xmlns:a16="http://schemas.microsoft.com/office/drawing/2014/main" id="{32F866A8-9160-CAD8-F10A-5F0C6AA8D55C}"/>
              </a:ext>
            </a:extLst>
          </p:cNvPr>
          <p:cNvSpPr>
            <a:spLocks noGrp="1"/>
          </p:cNvSpPr>
          <p:nvPr>
            <p:ph type="sldNum" sz="quarter" idx="10"/>
          </p:nvPr>
        </p:nvSpPr>
        <p:spPr>
          <a:xfrm>
            <a:off x="11528490" y="6425532"/>
            <a:ext cx="663511" cy="304800"/>
          </a:xfrm>
          <a:noFill/>
        </p:spPr>
        <p:txBody>
          <a:bodyPr/>
          <a:lstStyle>
            <a:lvl1pPr>
              <a:defRPr>
                <a:solidFill>
                  <a:schemeClr val="tx1">
                    <a:alpha val="70000"/>
                  </a:schemeClr>
                </a:solidFill>
              </a:defRPr>
            </a:lvl1pPr>
          </a:lstStyle>
          <a:p>
            <a:fld id="{2AA54F96-7B9E-AE40-B001-B6CE5D33BA91}" type="slidenum">
              <a:rPr lang="en-US" smtClean="0"/>
              <a:pPr/>
              <a:t>‹#›</a:t>
            </a:fld>
            <a:endParaRPr lang="en-US" dirty="0"/>
          </a:p>
        </p:txBody>
      </p:sp>
      <p:sp>
        <p:nvSpPr>
          <p:cNvPr id="6" name="Title 1">
            <a:extLst>
              <a:ext uri="{FF2B5EF4-FFF2-40B4-BE49-F238E27FC236}">
                <a16:creationId xmlns:a16="http://schemas.microsoft.com/office/drawing/2014/main" id="{AF71E49E-0058-1ACD-FF14-AD47AEFAC7EC}"/>
              </a:ext>
            </a:extLst>
          </p:cNvPr>
          <p:cNvSpPr>
            <a:spLocks noGrp="1"/>
          </p:cNvSpPr>
          <p:nvPr>
            <p:ph type="title"/>
          </p:nvPr>
        </p:nvSpPr>
        <p:spPr>
          <a:xfrm>
            <a:off x="726534" y="2348478"/>
            <a:ext cx="4636241" cy="2161047"/>
          </a:xfrm>
          <a:prstGeom prst="rect">
            <a:avLst/>
          </a:prstGeom>
        </p:spPr>
        <p:txBody>
          <a:bodyPr anchor="ctr">
            <a:normAutofit/>
          </a:bodyPr>
          <a:lstStyle>
            <a:lvl1pPr algn="l">
              <a:lnSpc>
                <a:spcPct val="110000"/>
              </a:lnSpc>
              <a:defRPr sz="3733">
                <a:solidFill>
                  <a:schemeClr val="tx1"/>
                </a:solidFill>
              </a:defRPr>
            </a:lvl1pPr>
          </a:lstStyle>
          <a:p>
            <a:r>
              <a:rPr lang="en-US" dirty="0"/>
              <a:t>Click to edit Master title style</a:t>
            </a:r>
          </a:p>
        </p:txBody>
      </p:sp>
      <p:sp>
        <p:nvSpPr>
          <p:cNvPr id="3" name="Rectangle 2">
            <a:extLst>
              <a:ext uri="{FF2B5EF4-FFF2-40B4-BE49-F238E27FC236}">
                <a16:creationId xmlns:a16="http://schemas.microsoft.com/office/drawing/2014/main" id="{D913A6B8-9EEE-0D5D-1BA8-D8EAE6D39ED2}"/>
              </a:ext>
            </a:extLst>
          </p:cNvPr>
          <p:cNvSpPr>
            <a:spLocks noChangeArrowheads="1"/>
          </p:cNvSpPr>
          <p:nvPr userDrawn="1"/>
        </p:nvSpPr>
        <p:spPr bwMode="auto">
          <a:xfrm>
            <a:off x="388369" y="6454824"/>
            <a:ext cx="2388697" cy="243840"/>
          </a:xfrm>
          <a:prstGeom prst="rect">
            <a:avLst/>
          </a:prstGeom>
          <a:noFill/>
          <a:ln w="9525">
            <a:noFill/>
            <a:miter lim="800000"/>
            <a:headEnd/>
            <a:tailEnd/>
          </a:ln>
          <a:effectLst/>
        </p:spPr>
        <p:txBody>
          <a:bodyPr wrap="square" lIns="0" tIns="0" rIns="0" bIns="0" anchor="b" anchorCtr="0">
            <a:noAutofit/>
          </a:bodyPr>
          <a:lstStyle/>
          <a:p>
            <a:pPr marR="0" lvl="0" indent="0" algn="l" defTabSz="914354" eaLnBrk="0" fontAlgn="base" hangingPunct="0">
              <a:lnSpc>
                <a:spcPct val="100000"/>
              </a:lnSpc>
              <a:spcBef>
                <a:spcPct val="0"/>
              </a:spcBef>
              <a:spcAft>
                <a:spcPct val="0"/>
              </a:spcAft>
              <a:buClrTx/>
              <a:buSzTx/>
              <a:buFontTx/>
              <a:buNone/>
              <a:tabLst/>
            </a:pPr>
            <a:r>
              <a:rPr kumimoji="0" lang="en-US" sz="800" b="0" i="0" u="none" strike="noStrike" kern="0" cap="none" spc="0" normalizeH="0" baseline="0" noProof="0" dirty="0">
                <a:ln>
                  <a:noFill/>
                </a:ln>
                <a:solidFill>
                  <a:sysClr val="windowText" lastClr="000000">
                    <a:alpha val="23762"/>
                  </a:sysClr>
                </a:solidFill>
                <a:effectLst/>
                <a:uLnTx/>
                <a:uFillTx/>
              </a:rPr>
              <a:t> </a:t>
            </a:r>
            <a:r>
              <a:rPr kumimoji="0" lang="en-US" sz="667" b="0" i="0" u="none" strike="noStrike" kern="0" cap="none" spc="0" normalizeH="0" baseline="0" noProof="0" dirty="0">
                <a:ln>
                  <a:noFill/>
                </a:ln>
                <a:solidFill>
                  <a:sysClr val="windowText" lastClr="000000">
                    <a:alpha val="23762"/>
                  </a:sysClr>
                </a:solidFill>
                <a:effectLst/>
                <a:uLnTx/>
                <a:uFillTx/>
                <a:latin typeface="+mn-lt"/>
                <a:ea typeface="+mn-ea"/>
                <a:cs typeface="+mn-cs"/>
              </a:rPr>
              <a:t>© 2025 Noblis, Inc. All rights reserved. Proprietary to Noblis.</a:t>
            </a:r>
          </a:p>
        </p:txBody>
      </p:sp>
    </p:spTree>
    <p:extLst>
      <p:ext uri="{BB962C8B-B14F-4D97-AF65-F5344CB8AC3E}">
        <p14:creationId xmlns:p14="http://schemas.microsoft.com/office/powerpoint/2010/main" val="3554805124"/>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Break-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A15872-1A97-652D-C421-D85A4B474DAC}"/>
              </a:ext>
            </a:extLst>
          </p:cNvPr>
          <p:cNvPicPr>
            <a:picLocks noChangeAspect="1"/>
          </p:cNvPicPr>
          <p:nvPr userDrawn="1"/>
        </p:nvPicPr>
        <p:blipFill>
          <a:blip r:embed="rId2"/>
          <a:src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621AABE3-2A59-0770-9520-9FD883409B45}"/>
              </a:ext>
            </a:extLst>
          </p:cNvPr>
          <p:cNvPicPr>
            <a:picLocks noChangeAspect="1"/>
          </p:cNvPicPr>
          <p:nvPr userDrawn="1"/>
        </p:nvPicPr>
        <p:blipFill>
          <a:blip r:embed="rId3"/>
          <a:srcRect/>
          <a:stretch/>
        </p:blipFill>
        <p:spPr>
          <a:xfrm>
            <a:off x="873051" y="5535237"/>
            <a:ext cx="1493384" cy="514960"/>
          </a:xfrm>
          <a:prstGeom prst="rect">
            <a:avLst/>
          </a:prstGeom>
        </p:spPr>
      </p:pic>
      <p:sp>
        <p:nvSpPr>
          <p:cNvPr id="6" name="Slide Number Placeholder 19">
            <a:extLst>
              <a:ext uri="{FF2B5EF4-FFF2-40B4-BE49-F238E27FC236}">
                <a16:creationId xmlns:a16="http://schemas.microsoft.com/office/drawing/2014/main" id="{E5E9037D-E303-BDC2-75D8-ACB6B99A5B0F}"/>
              </a:ext>
            </a:extLst>
          </p:cNvPr>
          <p:cNvSpPr>
            <a:spLocks noGrp="1"/>
          </p:cNvSpPr>
          <p:nvPr>
            <p:ph type="sldNum" sz="quarter" idx="10"/>
          </p:nvPr>
        </p:nvSpPr>
        <p:spPr>
          <a:xfrm>
            <a:off x="11528490" y="6425532"/>
            <a:ext cx="663511" cy="304800"/>
          </a:xfrm>
          <a:noFill/>
        </p:spPr>
        <p:txBody>
          <a:bodyPr/>
          <a:lstStyle>
            <a:lvl1pPr>
              <a:defRPr>
                <a:solidFill>
                  <a:schemeClr val="bg1">
                    <a:alpha val="70000"/>
                  </a:schemeClr>
                </a:solidFill>
              </a:defRPr>
            </a:lvl1pPr>
          </a:lstStyle>
          <a:p>
            <a:fld id="{2AA54F96-7B9E-AE40-B001-B6CE5D33BA91}" type="slidenum">
              <a:rPr lang="en-US" smtClean="0"/>
              <a:pPr/>
              <a:t>‹#›</a:t>
            </a:fld>
            <a:endParaRPr lang="en-US"/>
          </a:p>
        </p:txBody>
      </p:sp>
      <p:sp>
        <p:nvSpPr>
          <p:cNvPr id="5" name="Title 1">
            <a:extLst>
              <a:ext uri="{FF2B5EF4-FFF2-40B4-BE49-F238E27FC236}">
                <a16:creationId xmlns:a16="http://schemas.microsoft.com/office/drawing/2014/main" id="{A3BA67D3-EA59-1B90-7382-858B81ACFF96}"/>
              </a:ext>
            </a:extLst>
          </p:cNvPr>
          <p:cNvSpPr>
            <a:spLocks noGrp="1"/>
          </p:cNvSpPr>
          <p:nvPr>
            <p:ph type="title"/>
          </p:nvPr>
        </p:nvSpPr>
        <p:spPr>
          <a:xfrm>
            <a:off x="726534" y="2348478"/>
            <a:ext cx="4636241" cy="2161047"/>
          </a:xfrm>
          <a:prstGeom prst="rect">
            <a:avLst/>
          </a:prstGeom>
        </p:spPr>
        <p:txBody>
          <a:bodyPr anchor="ctr">
            <a:normAutofit/>
          </a:bodyPr>
          <a:lstStyle>
            <a:lvl1pPr algn="l">
              <a:lnSpc>
                <a:spcPct val="110000"/>
              </a:lnSpc>
              <a:defRPr sz="3733">
                <a:solidFill>
                  <a:schemeClr val="bg1"/>
                </a:solidFill>
              </a:defRPr>
            </a:lvl1pPr>
          </a:lstStyle>
          <a:p>
            <a:r>
              <a:rPr lang="en-US" dirty="0"/>
              <a:t>Click to edit Master title style</a:t>
            </a:r>
          </a:p>
        </p:txBody>
      </p:sp>
      <p:sp>
        <p:nvSpPr>
          <p:cNvPr id="2" name="Rectangle 1">
            <a:extLst>
              <a:ext uri="{FF2B5EF4-FFF2-40B4-BE49-F238E27FC236}">
                <a16:creationId xmlns:a16="http://schemas.microsoft.com/office/drawing/2014/main" id="{B6C2153C-D5B5-A683-C9DA-B007CED6AE12}"/>
              </a:ext>
            </a:extLst>
          </p:cNvPr>
          <p:cNvSpPr>
            <a:spLocks noChangeArrowheads="1"/>
          </p:cNvSpPr>
          <p:nvPr userDrawn="1"/>
        </p:nvSpPr>
        <p:spPr bwMode="auto">
          <a:xfrm>
            <a:off x="388369" y="6454824"/>
            <a:ext cx="2388697" cy="243840"/>
          </a:xfrm>
          <a:prstGeom prst="rect">
            <a:avLst/>
          </a:prstGeom>
          <a:noFill/>
          <a:ln w="9525">
            <a:noFill/>
            <a:miter lim="800000"/>
            <a:headEnd/>
            <a:tailEnd/>
          </a:ln>
          <a:effectLst/>
        </p:spPr>
        <p:txBody>
          <a:bodyPr wrap="square" lIns="0" tIns="0" rIns="0" bIns="0" anchor="b" anchorCtr="0">
            <a:noAutofit/>
          </a:bodyPr>
          <a:lstStyle/>
          <a:p>
            <a:pPr marR="0" lvl="0" indent="0" algn="l" defTabSz="914354" eaLnBrk="0" fontAlgn="base" hangingPunct="0">
              <a:lnSpc>
                <a:spcPct val="100000"/>
              </a:lnSpc>
              <a:spcBef>
                <a:spcPct val="0"/>
              </a:spcBef>
              <a:spcAft>
                <a:spcPct val="0"/>
              </a:spcAft>
              <a:buClrTx/>
              <a:buSzTx/>
              <a:buFontTx/>
              <a:buNone/>
              <a:tabLst/>
            </a:pPr>
            <a:r>
              <a:rPr kumimoji="0" lang="en-US" sz="800" b="0" i="0" u="none" strike="noStrike" kern="0" cap="none" spc="0" normalizeH="0" baseline="0" noProof="0" dirty="0">
                <a:ln>
                  <a:noFill/>
                </a:ln>
                <a:solidFill>
                  <a:schemeClr val="bg1">
                    <a:alpha val="45000"/>
                  </a:schemeClr>
                </a:solidFill>
                <a:effectLst/>
                <a:uLnTx/>
                <a:uFillTx/>
              </a:rPr>
              <a:t> </a:t>
            </a:r>
            <a:r>
              <a:rPr kumimoji="0" lang="en-US" sz="667" b="0" i="0" u="none" strike="noStrike" kern="0" cap="none" spc="0" normalizeH="0" baseline="0" noProof="0" dirty="0">
                <a:ln>
                  <a:noFill/>
                </a:ln>
                <a:solidFill>
                  <a:schemeClr val="bg1">
                    <a:alpha val="45000"/>
                  </a:schemeClr>
                </a:solidFill>
                <a:effectLst/>
                <a:uLnTx/>
                <a:uFillTx/>
                <a:latin typeface="+mn-lt"/>
                <a:ea typeface="+mn-ea"/>
                <a:cs typeface="+mn-cs"/>
              </a:rPr>
              <a:t>© 2025 Noblis, Inc. All rights reserved. Proprietary to Noblis.</a:t>
            </a:r>
          </a:p>
        </p:txBody>
      </p:sp>
    </p:spTree>
    <p:extLst>
      <p:ext uri="{BB962C8B-B14F-4D97-AF65-F5344CB8AC3E}">
        <p14:creationId xmlns:p14="http://schemas.microsoft.com/office/powerpoint/2010/main" val="296157537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ection Break-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1B7F85-58C8-B9C4-BE88-F4F7A55C81BB}"/>
              </a:ext>
            </a:extLst>
          </p:cNvPr>
          <p:cNvPicPr>
            <a:picLocks noChangeAspect="1"/>
          </p:cNvPicPr>
          <p:nvPr userDrawn="1"/>
        </p:nvPicPr>
        <p:blipFill>
          <a:blip r:embed="rId2"/>
          <a:srcRect/>
          <a:stretch/>
        </p:blipFill>
        <p:spPr>
          <a:xfrm>
            <a:off x="0" y="0"/>
            <a:ext cx="12192000" cy="6858000"/>
          </a:xfrm>
          <a:prstGeom prst="rect">
            <a:avLst/>
          </a:prstGeom>
        </p:spPr>
      </p:pic>
      <p:pic>
        <p:nvPicPr>
          <p:cNvPr id="6" name="Picture 5" descr="Logo&#10;&#10;AI-generated content may be incorrect.">
            <a:extLst>
              <a:ext uri="{FF2B5EF4-FFF2-40B4-BE49-F238E27FC236}">
                <a16:creationId xmlns:a16="http://schemas.microsoft.com/office/drawing/2014/main" id="{4925616E-D573-3FEF-F3CB-E0F2B5A16141}"/>
              </a:ext>
            </a:extLst>
          </p:cNvPr>
          <p:cNvPicPr>
            <a:picLocks noChangeAspect="1"/>
          </p:cNvPicPr>
          <p:nvPr userDrawn="1"/>
        </p:nvPicPr>
        <p:blipFill>
          <a:blip r:embed="rId3"/>
          <a:stretch>
            <a:fillRect/>
          </a:stretch>
        </p:blipFill>
        <p:spPr>
          <a:xfrm>
            <a:off x="873051" y="5535237"/>
            <a:ext cx="1493384" cy="514960"/>
          </a:xfrm>
          <a:prstGeom prst="rect">
            <a:avLst/>
          </a:prstGeom>
        </p:spPr>
      </p:pic>
      <p:sp>
        <p:nvSpPr>
          <p:cNvPr id="2" name="Title 1">
            <a:extLst>
              <a:ext uri="{FF2B5EF4-FFF2-40B4-BE49-F238E27FC236}">
                <a16:creationId xmlns:a16="http://schemas.microsoft.com/office/drawing/2014/main" id="{F7050090-F4A1-954A-8EB9-752B6E183777}"/>
              </a:ext>
            </a:extLst>
          </p:cNvPr>
          <p:cNvSpPr>
            <a:spLocks noGrp="1"/>
          </p:cNvSpPr>
          <p:nvPr>
            <p:ph type="title"/>
          </p:nvPr>
        </p:nvSpPr>
        <p:spPr>
          <a:xfrm>
            <a:off x="726534" y="2348478"/>
            <a:ext cx="4636241" cy="2161047"/>
          </a:xfrm>
          <a:prstGeom prst="rect">
            <a:avLst/>
          </a:prstGeom>
        </p:spPr>
        <p:txBody>
          <a:bodyPr anchor="ctr">
            <a:normAutofit/>
          </a:bodyPr>
          <a:lstStyle>
            <a:lvl1pPr algn="l">
              <a:lnSpc>
                <a:spcPct val="110000"/>
              </a:lnSpc>
              <a:defRPr sz="3733">
                <a:solidFill>
                  <a:schemeClr val="tx1"/>
                </a:solidFill>
              </a:defRPr>
            </a:lvl1pPr>
          </a:lstStyle>
          <a:p>
            <a:r>
              <a:rPr lang="en-US" dirty="0"/>
              <a:t>Click to edit Master title style</a:t>
            </a:r>
          </a:p>
        </p:txBody>
      </p:sp>
      <p:sp>
        <p:nvSpPr>
          <p:cNvPr id="5" name="Slide Number Placeholder 19">
            <a:extLst>
              <a:ext uri="{FF2B5EF4-FFF2-40B4-BE49-F238E27FC236}">
                <a16:creationId xmlns:a16="http://schemas.microsoft.com/office/drawing/2014/main" id="{F2BC28F9-3769-5395-0B2B-939FC63292AA}"/>
              </a:ext>
            </a:extLst>
          </p:cNvPr>
          <p:cNvSpPr>
            <a:spLocks noGrp="1"/>
          </p:cNvSpPr>
          <p:nvPr>
            <p:ph type="sldNum" sz="quarter" idx="10"/>
          </p:nvPr>
        </p:nvSpPr>
        <p:spPr>
          <a:xfrm>
            <a:off x="11528490" y="6425532"/>
            <a:ext cx="663511" cy="304800"/>
          </a:xfrm>
          <a:noFill/>
        </p:spPr>
        <p:txBody>
          <a:bodyPr/>
          <a:lstStyle>
            <a:lvl1pPr>
              <a:defRPr>
                <a:solidFill>
                  <a:schemeClr val="tx1">
                    <a:alpha val="70000"/>
                  </a:schemeClr>
                </a:solidFill>
              </a:defRPr>
            </a:lvl1pPr>
          </a:lstStyle>
          <a:p>
            <a:fld id="{2AA54F96-7B9E-AE40-B001-B6CE5D33BA91}" type="slidenum">
              <a:rPr lang="en-US" smtClean="0"/>
              <a:pPr/>
              <a:t>‹#›</a:t>
            </a:fld>
            <a:endParaRPr lang="en-US"/>
          </a:p>
        </p:txBody>
      </p:sp>
      <p:sp>
        <p:nvSpPr>
          <p:cNvPr id="3" name="Rectangle 2">
            <a:extLst>
              <a:ext uri="{FF2B5EF4-FFF2-40B4-BE49-F238E27FC236}">
                <a16:creationId xmlns:a16="http://schemas.microsoft.com/office/drawing/2014/main" id="{54818984-CBCB-0A49-02DD-992EEB4825C9}"/>
              </a:ext>
            </a:extLst>
          </p:cNvPr>
          <p:cNvSpPr>
            <a:spLocks noChangeArrowheads="1"/>
          </p:cNvSpPr>
          <p:nvPr userDrawn="1"/>
        </p:nvSpPr>
        <p:spPr bwMode="auto">
          <a:xfrm>
            <a:off x="388369" y="6454824"/>
            <a:ext cx="2388697" cy="243840"/>
          </a:xfrm>
          <a:prstGeom prst="rect">
            <a:avLst/>
          </a:prstGeom>
          <a:noFill/>
          <a:ln w="9525">
            <a:noFill/>
            <a:miter lim="800000"/>
            <a:headEnd/>
            <a:tailEnd/>
          </a:ln>
          <a:effectLst/>
        </p:spPr>
        <p:txBody>
          <a:bodyPr wrap="square" lIns="0" tIns="0" rIns="0" bIns="0" anchor="b" anchorCtr="0">
            <a:noAutofit/>
          </a:bodyPr>
          <a:lstStyle/>
          <a:p>
            <a:pPr marR="0" lvl="0" indent="0" algn="l" defTabSz="914354" eaLnBrk="0" fontAlgn="base" hangingPunct="0">
              <a:lnSpc>
                <a:spcPct val="100000"/>
              </a:lnSpc>
              <a:spcBef>
                <a:spcPct val="0"/>
              </a:spcBef>
              <a:spcAft>
                <a:spcPct val="0"/>
              </a:spcAft>
              <a:buClrTx/>
              <a:buSzTx/>
              <a:buFontTx/>
              <a:buNone/>
              <a:tabLst/>
            </a:pPr>
            <a:r>
              <a:rPr kumimoji="0" lang="en-US" sz="800" b="0" i="0" u="none" strike="noStrike" kern="0" cap="none" spc="0" normalizeH="0" baseline="0" noProof="0" dirty="0">
                <a:ln>
                  <a:noFill/>
                </a:ln>
                <a:solidFill>
                  <a:sysClr val="windowText" lastClr="000000">
                    <a:alpha val="29891"/>
                  </a:sysClr>
                </a:solidFill>
                <a:effectLst/>
                <a:uLnTx/>
                <a:uFillTx/>
              </a:rPr>
              <a:t> </a:t>
            </a:r>
            <a:r>
              <a:rPr kumimoji="0" lang="en-US" sz="667" b="0" i="0" u="none" strike="noStrike" kern="0" cap="none" spc="0" normalizeH="0" baseline="0" noProof="0" dirty="0">
                <a:ln>
                  <a:noFill/>
                </a:ln>
                <a:solidFill>
                  <a:sysClr val="windowText" lastClr="000000">
                    <a:alpha val="29891"/>
                  </a:sysClr>
                </a:solidFill>
                <a:effectLst/>
                <a:uLnTx/>
                <a:uFillTx/>
                <a:latin typeface="+mn-lt"/>
                <a:ea typeface="+mn-ea"/>
                <a:cs typeface="+mn-cs"/>
              </a:rPr>
              <a:t>© 2025 Noblis, Inc. All rights reserved. Proprietary to Noblis.</a:t>
            </a:r>
          </a:p>
        </p:txBody>
      </p:sp>
    </p:spTree>
    <p:extLst>
      <p:ext uri="{BB962C8B-B14F-4D97-AF65-F5344CB8AC3E}">
        <p14:creationId xmlns:p14="http://schemas.microsoft.com/office/powerpoint/2010/main" val="246143039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theme" Target="../theme/theme2.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theme" Target="../theme/theme3.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image" Target="../media/image1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9EE92F-5033-472A-95F9-1C45E5606034}"/>
              </a:ext>
            </a:extLst>
          </p:cNvPr>
          <p:cNvSpPr>
            <a:spLocks noGrp="1"/>
          </p:cNvSpPr>
          <p:nvPr>
            <p:ph type="title"/>
          </p:nvPr>
        </p:nvSpPr>
        <p:spPr>
          <a:xfrm>
            <a:off x="838200" y="669924"/>
            <a:ext cx="10515600" cy="1020764"/>
          </a:xfrm>
          <a:prstGeom prst="rect">
            <a:avLst/>
          </a:prstGeom>
        </p:spPr>
        <p:txBody>
          <a:bodyPr vert="horz" lIns="91440" tIns="45720" rIns="91440" bIns="45720" rtlCol="0" anchor="ctr">
            <a:noAutofit/>
          </a:bodyPr>
          <a:lstStyle/>
          <a:p>
            <a:r>
              <a:rPr lang="en-US" err="1"/>
              <a:t>TFHRC</a:t>
            </a:r>
            <a:r>
              <a:rPr lang="en-US"/>
              <a:t> Main Master</a:t>
            </a:r>
          </a:p>
        </p:txBody>
      </p:sp>
      <p:sp>
        <p:nvSpPr>
          <p:cNvPr id="3" name="Text Placeholder 2">
            <a:extLst>
              <a:ext uri="{FF2B5EF4-FFF2-40B4-BE49-F238E27FC236}">
                <a16:creationId xmlns:a16="http://schemas.microsoft.com/office/drawing/2014/main" id="{FDA19936-284C-478E-86AA-A93A4A0D8223}"/>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3368D9EB-7B25-4C74-BC27-9281D82B0664}"/>
              </a:ext>
            </a:extLst>
          </p:cNvPr>
          <p:cNvSpPr>
            <a:spLocks noGrp="1"/>
          </p:cNvSpPr>
          <p:nvPr>
            <p:ph type="sldNum" sz="quarter" idx="4"/>
          </p:nvPr>
        </p:nvSpPr>
        <p:spPr>
          <a:xfrm>
            <a:off x="11291887" y="6138862"/>
            <a:ext cx="77152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1912-3321-4F2D-A980-9CA5FE309265}" type="slidenum">
              <a:rPr lang="en-US" smtClean="0"/>
              <a:t>‹#›</a:t>
            </a:fld>
            <a:endParaRPr lang="en-US"/>
          </a:p>
        </p:txBody>
      </p:sp>
    </p:spTree>
    <p:extLst>
      <p:ext uri="{BB962C8B-B14F-4D97-AF65-F5344CB8AC3E}">
        <p14:creationId xmlns:p14="http://schemas.microsoft.com/office/powerpoint/2010/main" val="4242608607"/>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61" r:id="rId3"/>
    <p:sldLayoutId id="2147483651" r:id="rId4"/>
    <p:sldLayoutId id="2147483650" r:id="rId5"/>
    <p:sldLayoutId id="2147483733" r:id="rId6"/>
    <p:sldLayoutId id="2147483662" r:id="rId7"/>
    <p:sldLayoutId id="2147483653" r:id="rId8"/>
    <p:sldLayoutId id="2147483665" r:id="rId9"/>
    <p:sldLayoutId id="2147483654" r:id="rId10"/>
    <p:sldLayoutId id="2147483732" r:id="rId11"/>
    <p:sldLayoutId id="2147483664" r:id="rId12"/>
    <p:sldLayoutId id="2147483663" r:id="rId13"/>
    <p:sldLayoutId id="2147483734" r:id="rId14"/>
  </p:sldLayoutIdLst>
  <p:hf hdr="0" ftr="0" dt="0"/>
  <p:txStyles>
    <p:titleStyle>
      <a:lvl1pPr algn="l" defTabSz="914400" rtl="0" eaLnBrk="1" latinLnBrk="0" hangingPunct="1">
        <a:lnSpc>
          <a:spcPct val="90000"/>
        </a:lnSpc>
        <a:spcBef>
          <a:spcPct val="0"/>
        </a:spcBef>
        <a:buNone/>
        <a:defRPr sz="4400" kern="1200">
          <a:solidFill>
            <a:srgbClr val="1D3B6B"/>
          </a:solidFill>
          <a:latin typeface="Arial" panose="020B0604020202020204" pitchFamily="34" charset="0"/>
          <a:ea typeface="+mj-ea"/>
          <a:cs typeface="Arial" panose="020B0604020202020204" pitchFamily="34" charset="0"/>
        </a:defRPr>
      </a:lvl1pPr>
    </p:titleStyle>
    <p:bodyStyle>
      <a:lvl1pPr marL="339725" indent="-339725" algn="l" defTabSz="914400" rtl="0" eaLnBrk="1" latinLnBrk="0" hangingPunct="1">
        <a:lnSpc>
          <a:spcPct val="100000"/>
        </a:lnSpc>
        <a:spcBef>
          <a:spcPts val="1000"/>
        </a:spcBef>
        <a:buClr>
          <a:schemeClr val="bg2"/>
        </a:buClr>
        <a:buSzPct val="80000"/>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796925" indent="-339725" algn="l" defTabSz="914400" rtl="0" eaLnBrk="1" latinLnBrk="0" hangingPunct="1">
        <a:lnSpc>
          <a:spcPct val="100000"/>
        </a:lnSpc>
        <a:spcBef>
          <a:spcPts val="500"/>
        </a:spcBef>
        <a:buClr>
          <a:schemeClr val="bg2"/>
        </a:buClr>
        <a:buSzPct val="80000"/>
        <a:buFont typeface="Wingdings 3" panose="05040102010807070707" pitchFamily="18" charset="2"/>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chemeClr val="bg2"/>
        </a:buClr>
        <a:buSzPct val="125000"/>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chemeClr val="bg2"/>
        </a:buClr>
        <a:buFont typeface="Courier New" panose="02070309020205020404" pitchFamily="49" charset="0"/>
        <a:buChar char="o"/>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chemeClr val="bg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9EE92F-5033-472A-95F9-1C45E5606034}"/>
              </a:ext>
            </a:extLst>
          </p:cNvPr>
          <p:cNvSpPr>
            <a:spLocks noGrp="1"/>
          </p:cNvSpPr>
          <p:nvPr>
            <p:ph type="title"/>
          </p:nvPr>
        </p:nvSpPr>
        <p:spPr>
          <a:xfrm>
            <a:off x="838200" y="669924"/>
            <a:ext cx="10515600" cy="1020764"/>
          </a:xfrm>
          <a:prstGeom prst="rect">
            <a:avLst/>
          </a:prstGeom>
        </p:spPr>
        <p:txBody>
          <a:bodyPr vert="horz" lIns="91440" tIns="45720" rIns="91440" bIns="45720" rtlCol="0" anchor="ctr">
            <a:normAutofit/>
          </a:bodyPr>
          <a:lstStyle/>
          <a:p>
            <a:r>
              <a:rPr lang="en-US"/>
              <a:t>Office of Infrastructure Master</a:t>
            </a:r>
          </a:p>
        </p:txBody>
      </p:sp>
      <p:sp>
        <p:nvSpPr>
          <p:cNvPr id="3" name="Text Placeholder 2">
            <a:extLst>
              <a:ext uri="{FF2B5EF4-FFF2-40B4-BE49-F238E27FC236}">
                <a16:creationId xmlns:a16="http://schemas.microsoft.com/office/drawing/2014/main" id="{FDA19936-284C-478E-86AA-A93A4A0D82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3368D9EB-7B25-4C74-BC27-9281D82B0664}"/>
              </a:ext>
            </a:extLst>
          </p:cNvPr>
          <p:cNvSpPr>
            <a:spLocks noGrp="1"/>
          </p:cNvSpPr>
          <p:nvPr>
            <p:ph type="sldNum" sz="quarter" idx="4"/>
          </p:nvPr>
        </p:nvSpPr>
        <p:spPr>
          <a:xfrm>
            <a:off x="11291887" y="6138862"/>
            <a:ext cx="77152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691912-3321-4F2D-A980-9CA5FE309265}" type="slidenum">
              <a:rPr lang="en-US" smtClean="0"/>
              <a:t>‹#›</a:t>
            </a:fld>
            <a:endParaRPr lang="en-US"/>
          </a:p>
        </p:txBody>
      </p:sp>
    </p:spTree>
    <p:extLst>
      <p:ext uri="{BB962C8B-B14F-4D97-AF65-F5344CB8AC3E}">
        <p14:creationId xmlns:p14="http://schemas.microsoft.com/office/powerpoint/2010/main" val="398177645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Lst>
  <p:hf hdr="0" ftr="0" dt="0"/>
  <p:txStyles>
    <p:titleStyle>
      <a:lvl1pPr algn="l" defTabSz="914400" rtl="0" eaLnBrk="1" latinLnBrk="0" hangingPunct="1">
        <a:lnSpc>
          <a:spcPct val="90000"/>
        </a:lnSpc>
        <a:spcBef>
          <a:spcPct val="0"/>
        </a:spcBef>
        <a:buNone/>
        <a:defRPr sz="4400" kern="1200">
          <a:solidFill>
            <a:schemeClr val="accent2"/>
          </a:solidFill>
          <a:latin typeface="Arial" panose="020B0604020202020204" pitchFamily="34" charset="0"/>
          <a:ea typeface="+mj-ea"/>
          <a:cs typeface="Arial" panose="020B0604020202020204" pitchFamily="34" charset="0"/>
        </a:defRPr>
      </a:lvl1pPr>
    </p:titleStyle>
    <p:bodyStyle>
      <a:lvl1pPr marL="339725" indent="-339725" algn="l" defTabSz="914400" rtl="0" eaLnBrk="1" latinLnBrk="0" hangingPunct="1">
        <a:lnSpc>
          <a:spcPct val="90000"/>
        </a:lnSpc>
        <a:spcBef>
          <a:spcPts val="1000"/>
        </a:spcBef>
        <a:buClr>
          <a:srgbClr val="04848C"/>
        </a:buClr>
        <a:buSzPct val="80000"/>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796925" indent="-339725" algn="l" defTabSz="914400" rtl="0" eaLnBrk="1" latinLnBrk="0" hangingPunct="1">
        <a:lnSpc>
          <a:spcPct val="90000"/>
        </a:lnSpc>
        <a:spcBef>
          <a:spcPts val="500"/>
        </a:spcBef>
        <a:buClr>
          <a:srgbClr val="04848C"/>
        </a:buClr>
        <a:buSzPct val="80000"/>
        <a:buFont typeface="Wingdings 3" panose="05040102010807070707" pitchFamily="18" charset="2"/>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04848C"/>
        </a:buClr>
        <a:buSzPct val="125000"/>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04848C"/>
        </a:buClr>
        <a:buFont typeface="Courier New" panose="02070309020205020404" pitchFamily="49" charset="0"/>
        <a:buChar char="o"/>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04848C"/>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9816" y="251014"/>
            <a:ext cx="11372369" cy="881100"/>
          </a:xfrm>
          <a:prstGeom prst="rect">
            <a:avLst/>
          </a:prstGeom>
        </p:spPr>
        <p:txBody>
          <a:bodyPr vert="horz" lIns="91440" tIns="45720" rIns="91440" bIns="45720" rtlCol="0" anchor="b">
            <a:normAutofit/>
          </a:bodyPr>
          <a:lstStyle/>
          <a:p>
            <a:r>
              <a:rPr lang="en-US" dirty="0"/>
              <a:t>Click to edit Master title style</a:t>
            </a:r>
          </a:p>
        </p:txBody>
      </p:sp>
      <p:sp>
        <p:nvSpPr>
          <p:cNvPr id="9" name="Text Placeholder 8">
            <a:extLst>
              <a:ext uri="{FF2B5EF4-FFF2-40B4-BE49-F238E27FC236}">
                <a16:creationId xmlns:a16="http://schemas.microsoft.com/office/drawing/2014/main" id="{D9F71F97-D500-9F49-87AE-5C84194F260F}"/>
              </a:ext>
            </a:extLst>
          </p:cNvPr>
          <p:cNvSpPr>
            <a:spLocks noGrp="1"/>
          </p:cNvSpPr>
          <p:nvPr>
            <p:ph type="body" idx="1"/>
          </p:nvPr>
        </p:nvSpPr>
        <p:spPr>
          <a:xfrm>
            <a:off x="409816" y="1295401"/>
            <a:ext cx="11372371" cy="467238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9FAAE52F-A234-1445-BC1B-E7094A90135D}"/>
              </a:ext>
            </a:extLst>
          </p:cNvPr>
          <p:cNvSpPr>
            <a:spLocks noChangeArrowheads="1"/>
          </p:cNvSpPr>
          <p:nvPr userDrawn="1"/>
        </p:nvSpPr>
        <p:spPr bwMode="auto">
          <a:xfrm>
            <a:off x="4876800" y="6454824"/>
            <a:ext cx="2438400" cy="243840"/>
          </a:xfrm>
          <a:prstGeom prst="rect">
            <a:avLst/>
          </a:prstGeom>
          <a:noFill/>
          <a:ln w="9525">
            <a:noFill/>
            <a:miter lim="800000"/>
            <a:headEnd/>
            <a:tailEnd/>
          </a:ln>
          <a:effectLst/>
        </p:spPr>
        <p:txBody>
          <a:bodyPr wrap="square" lIns="0" tIns="0" rIns="0" bIns="0" anchor="ctr" anchorCtr="0">
            <a:noAutofit/>
          </a:bodyPr>
          <a:lstStyle/>
          <a:p>
            <a:pPr marR="0" lvl="0" indent="0" algn="ctr" defTabSz="914354" eaLnBrk="0" fontAlgn="base" hangingPunct="0">
              <a:lnSpc>
                <a:spcPct val="100000"/>
              </a:lnSpc>
              <a:spcBef>
                <a:spcPct val="0"/>
              </a:spcBef>
              <a:spcAft>
                <a:spcPct val="0"/>
              </a:spcAft>
              <a:buClrTx/>
              <a:buSzTx/>
              <a:buFontTx/>
              <a:buNone/>
              <a:tabLst/>
            </a:pPr>
            <a:r>
              <a:rPr kumimoji="0" lang="en-US" sz="800" b="0" i="0" u="none" strike="noStrike" kern="0" cap="none" spc="0" normalizeH="0" baseline="0" noProof="0" dirty="0">
                <a:ln>
                  <a:noFill/>
                </a:ln>
                <a:solidFill>
                  <a:schemeClr val="tx1"/>
                </a:solidFill>
                <a:effectLst/>
                <a:uLnTx/>
                <a:uFillTx/>
              </a:rPr>
              <a:t> </a:t>
            </a:r>
            <a:r>
              <a:rPr kumimoji="0" lang="en-US" sz="667" b="0" i="0" u="none" strike="noStrike" kern="0" cap="none" spc="0" normalizeH="0" baseline="0" noProof="0" dirty="0">
                <a:ln>
                  <a:noFill/>
                </a:ln>
                <a:solidFill>
                  <a:schemeClr val="accent6"/>
                </a:solidFill>
                <a:effectLst/>
                <a:uLnTx/>
                <a:uFillTx/>
                <a:latin typeface="+mn-lt"/>
                <a:ea typeface="+mn-ea"/>
                <a:cs typeface="+mn-cs"/>
              </a:rPr>
              <a:t>© 2025 Noblis, Inc. All rights reserved. Proprietary to Noblis.</a:t>
            </a:r>
          </a:p>
        </p:txBody>
      </p:sp>
      <p:sp>
        <p:nvSpPr>
          <p:cNvPr id="14" name="Slide Number Placeholder 5">
            <a:extLst>
              <a:ext uri="{FF2B5EF4-FFF2-40B4-BE49-F238E27FC236}">
                <a16:creationId xmlns:a16="http://schemas.microsoft.com/office/drawing/2014/main" id="{5E3506EE-B4DC-7C4F-897C-07CD43A30CAC}"/>
              </a:ext>
            </a:extLst>
          </p:cNvPr>
          <p:cNvSpPr>
            <a:spLocks noGrp="1" noChangeAspect="1"/>
          </p:cNvSpPr>
          <p:nvPr>
            <p:ph type="sldNum" sz="quarter" idx="4"/>
          </p:nvPr>
        </p:nvSpPr>
        <p:spPr>
          <a:xfrm>
            <a:off x="11528490" y="6425532"/>
            <a:ext cx="663511" cy="304800"/>
          </a:xfrm>
          <a:prstGeom prst="rect">
            <a:avLst/>
          </a:prstGeom>
          <a:noFill/>
        </p:spPr>
        <p:txBody>
          <a:bodyPr vert="horz" lIns="0" tIns="0" rIns="0" bIns="0" rtlCol="0" anchor="ctr" anchorCtr="0">
            <a:noAutofit/>
          </a:bodyPr>
          <a:lstStyle>
            <a:lvl1pPr algn="ctr">
              <a:defRPr kumimoji="0" lang="en-US" sz="1067" b="0" i="0" u="none" strike="noStrike" kern="1200" cap="none" spc="0" normalizeH="0" baseline="0" smtClean="0">
                <a:ln>
                  <a:noFill/>
                </a:ln>
                <a:solidFill>
                  <a:schemeClr val="tx1"/>
                </a:solidFill>
                <a:effectLst/>
                <a:uLnTx/>
                <a:uFillTx/>
                <a:latin typeface="Arial" panose="020B0604020202020204"/>
                <a:ea typeface="+mn-ea"/>
                <a:cs typeface="+mn-cs"/>
              </a:defRPr>
            </a:lvl1pPr>
          </a:lstStyle>
          <a:p>
            <a:fld id="{2AA54F96-7B9E-AE40-B001-B6CE5D33BA91}" type="slidenum">
              <a:rPr lang="en-US" smtClean="0"/>
              <a:pPr/>
              <a:t>‹#›</a:t>
            </a:fld>
            <a:endParaRPr lang="en-US"/>
          </a:p>
        </p:txBody>
      </p:sp>
      <p:pic>
        <p:nvPicPr>
          <p:cNvPr id="3" name="Picture 2">
            <a:extLst>
              <a:ext uri="{FF2B5EF4-FFF2-40B4-BE49-F238E27FC236}">
                <a16:creationId xmlns:a16="http://schemas.microsoft.com/office/drawing/2014/main" id="{60EA8F2E-791F-ED47-875D-F696A02C6098}"/>
              </a:ext>
            </a:extLst>
          </p:cNvPr>
          <p:cNvPicPr>
            <a:picLocks noChangeAspect="1"/>
          </p:cNvPicPr>
          <p:nvPr userDrawn="1"/>
        </p:nvPicPr>
        <p:blipFill>
          <a:blip r:embed="rId27"/>
          <a:srcRect/>
          <a:stretch/>
        </p:blipFill>
        <p:spPr>
          <a:xfrm>
            <a:off x="398597" y="6366922"/>
            <a:ext cx="1050684" cy="362305"/>
          </a:xfrm>
          <a:prstGeom prst="rect">
            <a:avLst/>
          </a:prstGeom>
        </p:spPr>
      </p:pic>
    </p:spTree>
    <p:extLst>
      <p:ext uri="{BB962C8B-B14F-4D97-AF65-F5344CB8AC3E}">
        <p14:creationId xmlns:p14="http://schemas.microsoft.com/office/powerpoint/2010/main" val="1751327966"/>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Lst>
  <p:hf hdr="0"/>
  <p:txStyles>
    <p:titleStyle>
      <a:lvl1pPr marL="0" algn="ctr" defTabSz="914354" rtl="0" eaLnBrk="1" latinLnBrk="0" hangingPunct="1">
        <a:lnSpc>
          <a:spcPct val="90000"/>
        </a:lnSpc>
        <a:spcBef>
          <a:spcPct val="0"/>
        </a:spcBef>
        <a:buNone/>
        <a:defRPr lang="en-US" sz="3200" b="0" i="0" kern="1200" dirty="0">
          <a:solidFill>
            <a:srgbClr val="2E5B78"/>
          </a:solidFill>
          <a:latin typeface="Arial" panose="020B0604020202020204" pitchFamily="34" charset="0"/>
          <a:ea typeface="+mj-ea"/>
          <a:cs typeface="Arial" panose="020B0604020202020204" pitchFamily="34" charset="0"/>
        </a:defRPr>
      </a:lvl1pPr>
    </p:titleStyle>
    <p:bodyStyle>
      <a:lvl1pPr marL="459271" marR="0" indent="-459271" algn="l" defTabSz="1219078" rtl="0" eaLnBrk="1" fontAlgn="auto" latinLnBrk="0" hangingPunct="1">
        <a:lnSpc>
          <a:spcPct val="100000"/>
        </a:lnSpc>
        <a:spcBef>
          <a:spcPts val="1333"/>
        </a:spcBef>
        <a:spcAft>
          <a:spcPts val="0"/>
        </a:spcAft>
        <a:buClr>
          <a:schemeClr val="tx2"/>
        </a:buClr>
        <a:buSzPct val="150000"/>
        <a:buFont typeface="Arial" panose="020B0604020202020204" pitchFamily="34" charset="0"/>
        <a:buChar char="•"/>
        <a:tabLst/>
        <a:defRPr sz="2667" kern="1200">
          <a:solidFill>
            <a:schemeClr val="tx1"/>
          </a:solidFill>
          <a:latin typeface="Arial" panose="020B0604020202020204" pitchFamily="34" charset="0"/>
          <a:ea typeface="+mn-ea"/>
          <a:cs typeface="Arial" panose="020B0604020202020204" pitchFamily="34" charset="0"/>
        </a:defRPr>
      </a:lvl1pPr>
      <a:lvl2pPr marL="1068811" marR="0" indent="-459271" algn="l" defTabSz="1219078" rtl="0" eaLnBrk="1" fontAlgn="auto" latinLnBrk="0" hangingPunct="1">
        <a:lnSpc>
          <a:spcPct val="100000"/>
        </a:lnSpc>
        <a:spcBef>
          <a:spcPts val="667"/>
        </a:spcBef>
        <a:spcAft>
          <a:spcPts val="0"/>
        </a:spcAft>
        <a:buClr>
          <a:schemeClr val="tx2"/>
        </a:buClr>
        <a:buSzPct val="120000"/>
        <a:buFont typeface="System Font Regular"/>
        <a:buChar char="⚬"/>
        <a:tabLst/>
        <a:defRPr sz="2133" kern="1200">
          <a:solidFill>
            <a:schemeClr val="tx1"/>
          </a:solidFill>
          <a:latin typeface="Arial" panose="020B0604020202020204" pitchFamily="34" charset="0"/>
          <a:ea typeface="+mn-ea"/>
          <a:cs typeface="Arial" panose="020B0604020202020204" pitchFamily="34" charset="0"/>
        </a:defRPr>
      </a:lvl2pPr>
      <a:lvl3pPr marL="1523847" marR="0" indent="-304771" algn="l" defTabSz="1219078" rtl="0" eaLnBrk="1" fontAlgn="auto" latinLnBrk="0" hangingPunct="1">
        <a:lnSpc>
          <a:spcPct val="100000"/>
        </a:lnSpc>
        <a:spcBef>
          <a:spcPts val="667"/>
        </a:spcBef>
        <a:spcAft>
          <a:spcPts val="0"/>
        </a:spcAft>
        <a:buClr>
          <a:schemeClr val="tx2"/>
        </a:buClr>
        <a:buSzTx/>
        <a:buFont typeface="System Font Regular"/>
        <a:buChar char="−"/>
        <a:tabLst/>
        <a:defRPr sz="2133" kern="1200">
          <a:solidFill>
            <a:schemeClr val="tx1"/>
          </a:solidFill>
          <a:latin typeface="Arial" panose="020B0604020202020204" pitchFamily="34" charset="0"/>
          <a:ea typeface="+mn-ea"/>
          <a:cs typeface="Arial" panose="020B0604020202020204" pitchFamily="34" charset="0"/>
        </a:defRPr>
      </a:lvl3pPr>
      <a:lvl4pPr marL="2133387" marR="0" indent="-304771" algn="l" defTabSz="1219078" rtl="0" eaLnBrk="1" fontAlgn="auto" latinLnBrk="0" hangingPunct="1">
        <a:lnSpc>
          <a:spcPct val="100000"/>
        </a:lnSpc>
        <a:spcBef>
          <a:spcPts val="667"/>
        </a:spcBef>
        <a:spcAft>
          <a:spcPts val="0"/>
        </a:spcAft>
        <a:buClr>
          <a:schemeClr val="tx2"/>
        </a:buClr>
        <a:buSzTx/>
        <a:buFont typeface="Wingdings" pitchFamily="2" charset="2"/>
        <a:buChar char="§"/>
        <a:tabLst/>
        <a:defRPr sz="1867" kern="1200">
          <a:solidFill>
            <a:schemeClr val="tx1"/>
          </a:solidFill>
          <a:latin typeface="Arial" panose="020B0604020202020204" pitchFamily="34" charset="0"/>
          <a:ea typeface="+mn-ea"/>
          <a:cs typeface="Arial" panose="020B0604020202020204" pitchFamily="34" charset="0"/>
        </a:defRPr>
      </a:lvl4pPr>
      <a:lvl5pPr marL="2742926" marR="0" indent="-304771" algn="l" defTabSz="1219078" rtl="0" eaLnBrk="1" fontAlgn="auto" latinLnBrk="0" hangingPunct="1">
        <a:lnSpc>
          <a:spcPct val="100000"/>
        </a:lnSpc>
        <a:spcBef>
          <a:spcPts val="667"/>
        </a:spcBef>
        <a:spcAft>
          <a:spcPts val="0"/>
        </a:spcAft>
        <a:buClr>
          <a:schemeClr val="tx2"/>
        </a:buClr>
        <a:buSzTx/>
        <a:buFont typeface="Wingdings" pitchFamily="2" charset="2"/>
        <a:buChar char="ü"/>
        <a:tabLst/>
        <a:defRPr sz="1867" kern="1200">
          <a:solidFill>
            <a:schemeClr val="tx1"/>
          </a:solidFill>
          <a:latin typeface="Arial" panose="020B0604020202020204" pitchFamily="34" charset="0"/>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56">
          <p15:clr>
            <a:srgbClr val="F26B43"/>
          </p15:clr>
        </p15:guide>
        <p15:guide id="2" pos="2880">
          <p15:clr>
            <a:srgbClr val="F26B43"/>
          </p15:clr>
        </p15:guide>
        <p15:guide id="3" orient="horz" pos="6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9.png"/><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2.xml"/><Relationship Id="rId4" Type="http://schemas.openxmlformats.org/officeDocument/2006/relationships/image" Target="../media/image3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eg"/><Relationship Id="rId1" Type="http://schemas.openxmlformats.org/officeDocument/2006/relationships/slideLayout" Target="../slideLayouts/slideLayout51.xml"/><Relationship Id="rId5" Type="http://schemas.openxmlformats.org/officeDocument/2006/relationships/image" Target="../media/image48.png"/><Relationship Id="rId4" Type="http://schemas.openxmlformats.org/officeDocument/2006/relationships/hyperlink" Target="https://secure-web.cisco.com/153jZoOSjTxoocUgEuyByH6QLlaqu3uY16DF3d7ey8OCeu1LXrGcpz6DN5Si3JkNfNo7Qj46nQjiAEFbb9IqmRa8UBHyUWExtYI3YgoFnykymJyHJ0ts4UXVCcaQXIXq5BX3k8n8Knhs6oIWIv5C4r1CnV3sJuGs1o1iCx-_aU0_Ywvo3vL7o8l4CvxMQZn3tGk-BgsR3WMI-x-qOSl6FM2Wq0s6VjRL9evp6jjO5l1IvbiXeSlpz7i5GgOzu5cKKclxRnDxZhlESg0fA2SvppM_ftjTDWObO1YMVYwOxIETgUi7RqiMOZURHWNQDSgo21XMerCy5xmcii1lXXt_nB4ghzsF1cUswKPLBxrrU7whpt8rjJcoyjur_akExOzqmMMMDRJ4d65Cz9W-cI5vDAZfc2HHMNNTdM74pU0kIPGI/https%3A%2F%2Fnoblis.org%2Fautonomy%2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29FE21-5EDA-9CB5-544E-B1D6A2EF864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7205AFA-A609-7966-3409-B8229A4B5DBB}"/>
              </a:ext>
            </a:extLst>
          </p:cNvPr>
          <p:cNvSpPr>
            <a:spLocks noGrp="1"/>
          </p:cNvSpPr>
          <p:nvPr>
            <p:ph type="subTitle" idx="1"/>
          </p:nvPr>
        </p:nvSpPr>
        <p:spPr>
          <a:xfrm>
            <a:off x="776964" y="4060557"/>
            <a:ext cx="5112392" cy="1315716"/>
          </a:xfrm>
        </p:spPr>
        <p:txBody>
          <a:bodyPr/>
          <a:lstStyle/>
          <a:p>
            <a:r>
              <a:rPr lang="en-US" dirty="0"/>
              <a:t>Karl Wunderlich, Ph.D.</a:t>
            </a:r>
          </a:p>
          <a:p>
            <a:pPr defTabSz="609570">
              <a:spcBef>
                <a:spcPts val="0"/>
              </a:spcBef>
              <a:buClrTx/>
              <a:buSzTx/>
              <a:defRPr/>
            </a:pPr>
            <a:r>
              <a:rPr lang="en-US" sz="1867" b="0" dirty="0">
                <a:solidFill>
                  <a:srgbClr val="000000"/>
                </a:solidFill>
                <a:latin typeface="Arial" panose="020B0604020202020204"/>
                <a:cs typeface="+mn-cs"/>
              </a:rPr>
              <a:t>Director, Surface Transportation Systems</a:t>
            </a:r>
          </a:p>
          <a:p>
            <a:pPr defTabSz="609570">
              <a:spcBef>
                <a:spcPts val="0"/>
              </a:spcBef>
              <a:buClrTx/>
              <a:buSzTx/>
              <a:defRPr/>
            </a:pPr>
            <a:r>
              <a:rPr lang="en-US" sz="1867" b="0" dirty="0">
                <a:solidFill>
                  <a:srgbClr val="000000"/>
                </a:solidFill>
                <a:latin typeface="Arial" panose="020B0604020202020204"/>
                <a:cs typeface="+mn-cs"/>
              </a:rPr>
              <a:t>Director, Autonomous Systems Research Center</a:t>
            </a:r>
          </a:p>
        </p:txBody>
      </p:sp>
      <p:sp>
        <p:nvSpPr>
          <p:cNvPr id="4" name="Text Placeholder 3">
            <a:extLst>
              <a:ext uri="{FF2B5EF4-FFF2-40B4-BE49-F238E27FC236}">
                <a16:creationId xmlns:a16="http://schemas.microsoft.com/office/drawing/2014/main" id="{1FF57656-BD33-F1D4-0F50-FB47F226E98C}"/>
              </a:ext>
            </a:extLst>
          </p:cNvPr>
          <p:cNvSpPr>
            <a:spLocks noGrp="1"/>
          </p:cNvSpPr>
          <p:nvPr>
            <p:ph type="body" sz="quarter" idx="10"/>
          </p:nvPr>
        </p:nvSpPr>
        <p:spPr/>
        <p:txBody>
          <a:bodyPr/>
          <a:lstStyle/>
          <a:p>
            <a:r>
              <a:rPr lang="en-US" dirty="0"/>
              <a:t>2 December 2025</a:t>
            </a:r>
          </a:p>
        </p:txBody>
      </p:sp>
      <p:sp>
        <p:nvSpPr>
          <p:cNvPr id="2" name="Title 1">
            <a:extLst>
              <a:ext uri="{FF2B5EF4-FFF2-40B4-BE49-F238E27FC236}">
                <a16:creationId xmlns:a16="http://schemas.microsoft.com/office/drawing/2014/main" id="{07DA5A99-C49D-35E9-9525-0E8B2D0B6590}"/>
              </a:ext>
            </a:extLst>
          </p:cNvPr>
          <p:cNvSpPr>
            <a:spLocks noGrp="1"/>
          </p:cNvSpPr>
          <p:nvPr>
            <p:ph type="title"/>
          </p:nvPr>
        </p:nvSpPr>
        <p:spPr>
          <a:xfrm>
            <a:off x="693679" y="2216288"/>
            <a:ext cx="6274519" cy="1801160"/>
          </a:xfrm>
        </p:spPr>
        <p:txBody>
          <a:bodyPr>
            <a:normAutofit/>
          </a:bodyPr>
          <a:lstStyle/>
          <a:p>
            <a:r>
              <a:rPr lang="en-US" sz="2667" b="1" dirty="0"/>
              <a:t>Advancing ITS AMS</a:t>
            </a:r>
            <a:br>
              <a:rPr lang="en-US" sz="2667" b="1" dirty="0"/>
            </a:br>
            <a:r>
              <a:rPr lang="en-US" sz="2667" b="1" dirty="0"/>
              <a:t>Through Community Action:</a:t>
            </a:r>
            <a:br>
              <a:rPr lang="en-US" sz="2667" b="1" dirty="0"/>
            </a:br>
            <a:r>
              <a:rPr lang="en-US" sz="2667" b="1" dirty="0"/>
              <a:t>A 21st Century Perspective</a:t>
            </a:r>
          </a:p>
        </p:txBody>
      </p:sp>
    </p:spTree>
    <p:extLst>
      <p:ext uri="{BB962C8B-B14F-4D97-AF65-F5344CB8AC3E}">
        <p14:creationId xmlns:p14="http://schemas.microsoft.com/office/powerpoint/2010/main" val="4117628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F9FA1E-85AE-F032-3282-4BE8B5B13779}"/>
              </a:ext>
            </a:extLst>
          </p:cNvPr>
          <p:cNvSpPr>
            <a:spLocks noGrp="1"/>
          </p:cNvSpPr>
          <p:nvPr>
            <p:ph sz="quarter" idx="10"/>
          </p:nvPr>
        </p:nvSpPr>
        <p:spPr>
          <a:xfrm>
            <a:off x="536254" y="2238024"/>
            <a:ext cx="11119493" cy="4120573"/>
          </a:xfrm>
        </p:spPr>
        <p:txBody>
          <a:bodyPr/>
          <a:lstStyle/>
          <a:p>
            <a:pPr marL="457189" indent="-457189"/>
            <a:r>
              <a:rPr lang="en-US" altLang="en-US" dirty="0"/>
              <a:t>USDOT Program (2001-2008) addressing fundamental issues in the quality of traffic simulation</a:t>
            </a:r>
          </a:p>
          <a:p>
            <a:pPr marL="990575" lvl="1" indent="-457189"/>
            <a:r>
              <a:rPr lang="en-US" altLang="en-US" sz="1867" dirty="0"/>
              <a:t>FHWA Office of Operations and Office of Operations R&amp;D and the USDOT ITS JPO</a:t>
            </a:r>
          </a:p>
          <a:p>
            <a:pPr marL="457189" indent="-457189"/>
            <a:r>
              <a:rPr lang="en-US" altLang="en-US" sz="2400" dirty="0"/>
              <a:t>In the 2000s, the NGSIM program marked a fundamental change in federal role in traffic simulation from </a:t>
            </a:r>
            <a:r>
              <a:rPr lang="en-US" altLang="en-US" sz="2400" i="1" dirty="0"/>
              <a:t>model developer </a:t>
            </a:r>
            <a:r>
              <a:rPr lang="en-US" altLang="en-US" sz="2400" dirty="0"/>
              <a:t>to </a:t>
            </a:r>
            <a:r>
              <a:rPr lang="en-US" altLang="en-US" sz="2400" i="1" dirty="0"/>
              <a:t>market facilitator</a:t>
            </a:r>
          </a:p>
          <a:p>
            <a:pPr marL="457189" indent="-457189"/>
            <a:r>
              <a:rPr lang="en-US" altLang="en-US" sz="2400" dirty="0"/>
              <a:t>Created an </a:t>
            </a:r>
            <a:r>
              <a:rPr lang="en-US" altLang="en-US" sz="2400" i="1" u="sng" dirty="0"/>
              <a:t>NGSIM Community</a:t>
            </a:r>
            <a:r>
              <a:rPr lang="en-US" altLang="en-US" sz="2400" i="1" dirty="0"/>
              <a:t> </a:t>
            </a:r>
            <a:r>
              <a:rPr lang="en-US" altLang="en-US" sz="2400" dirty="0"/>
              <a:t>of simulation software vendors, practitioners, and academics</a:t>
            </a:r>
          </a:p>
          <a:p>
            <a:pPr marL="457189" indent="-457189"/>
            <a:r>
              <a:rPr lang="en-US" altLang="en-US" sz="2400" dirty="0"/>
              <a:t>Decades later, NSGIM program still relevant because of the long-standing impact of the vehicle trajectory data sets collected and shared</a:t>
            </a:r>
          </a:p>
          <a:p>
            <a:pPr lvl="1"/>
            <a:endParaRPr lang="en-US" dirty="0"/>
          </a:p>
        </p:txBody>
      </p:sp>
      <p:sp>
        <p:nvSpPr>
          <p:cNvPr id="3" name="Slide Number Placeholder 2">
            <a:extLst>
              <a:ext uri="{FF2B5EF4-FFF2-40B4-BE49-F238E27FC236}">
                <a16:creationId xmlns:a16="http://schemas.microsoft.com/office/drawing/2014/main" id="{D5E87C53-7475-80F6-F0CB-02A068821EBE}"/>
              </a:ext>
            </a:extLst>
          </p:cNvPr>
          <p:cNvSpPr>
            <a:spLocks noGrp="1"/>
          </p:cNvSpPr>
          <p:nvPr>
            <p:ph type="sldNum" sz="quarter" idx="11"/>
          </p:nvPr>
        </p:nvSpPr>
        <p:spPr/>
        <p:txBody>
          <a:bodyPr/>
          <a:lstStyle/>
          <a:p>
            <a:pPr defTabSz="609570"/>
            <a:fld id="{2AA54F96-7B9E-AE40-B001-B6CE5D33BA91}" type="slidenum">
              <a:rPr lang="en-US">
                <a:solidFill>
                  <a:srgbClr val="000000"/>
                </a:solidFill>
              </a:rPr>
              <a:pPr defTabSz="609570"/>
              <a:t>2</a:t>
            </a:fld>
            <a:endParaRPr lang="en-US">
              <a:solidFill>
                <a:srgbClr val="000000"/>
              </a:solidFill>
            </a:endParaRPr>
          </a:p>
        </p:txBody>
      </p:sp>
      <p:sp>
        <p:nvSpPr>
          <p:cNvPr id="4" name="Title 3">
            <a:extLst>
              <a:ext uri="{FF2B5EF4-FFF2-40B4-BE49-F238E27FC236}">
                <a16:creationId xmlns:a16="http://schemas.microsoft.com/office/drawing/2014/main" id="{8E044356-D2E9-903F-3171-F8C9AA7130AA}"/>
              </a:ext>
            </a:extLst>
          </p:cNvPr>
          <p:cNvSpPr>
            <a:spLocks noGrp="1"/>
          </p:cNvSpPr>
          <p:nvPr>
            <p:ph type="title"/>
          </p:nvPr>
        </p:nvSpPr>
        <p:spPr/>
        <p:txBody>
          <a:bodyPr>
            <a:normAutofit fontScale="90000"/>
          </a:bodyPr>
          <a:lstStyle/>
          <a:p>
            <a:r>
              <a:rPr lang="en-US" dirty="0"/>
              <a:t>AMS Community Building: Impact (and Implications) of</a:t>
            </a:r>
            <a:br>
              <a:rPr lang="en-US" dirty="0"/>
            </a:br>
            <a:r>
              <a:rPr lang="en-US" dirty="0"/>
              <a:t>the Next Generation Simulation (NGSIM) Program</a:t>
            </a:r>
          </a:p>
        </p:txBody>
      </p:sp>
      <p:pic>
        <p:nvPicPr>
          <p:cNvPr id="5" name="Picture 19">
            <a:extLst>
              <a:ext uri="{FF2B5EF4-FFF2-40B4-BE49-F238E27FC236}">
                <a16:creationId xmlns:a16="http://schemas.microsoft.com/office/drawing/2014/main" id="{1D0DF425-F7F2-AEDE-8EC8-1A3953EEB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947" t="11852" r="8450" b="42894"/>
          <a:stretch>
            <a:fillRect/>
          </a:stretch>
        </p:blipFill>
        <p:spPr bwMode="auto">
          <a:xfrm>
            <a:off x="4299909" y="1217699"/>
            <a:ext cx="3592180" cy="934740"/>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1810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5FC75-C029-9FC3-C7FD-8D8AF343CC0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8E3C4E5-8E15-D5EF-DE95-19D0831C7CAD}"/>
              </a:ext>
            </a:extLst>
          </p:cNvPr>
          <p:cNvSpPr>
            <a:spLocks noGrp="1"/>
          </p:cNvSpPr>
          <p:nvPr>
            <p:ph type="title"/>
          </p:nvPr>
        </p:nvSpPr>
        <p:spPr>
          <a:xfrm>
            <a:off x="409813" y="213305"/>
            <a:ext cx="11407049" cy="881100"/>
          </a:xfrm>
        </p:spPr>
        <p:txBody>
          <a:bodyPr>
            <a:normAutofit fontScale="90000"/>
          </a:bodyPr>
          <a:lstStyle/>
          <a:p>
            <a:r>
              <a:rPr lang="en-US" sz="3733" dirty="0"/>
              <a:t>Pre-NGSIM Program ITS AMS Market:</a:t>
            </a:r>
            <a:br>
              <a:rPr lang="en-US" sz="3733" dirty="0"/>
            </a:br>
            <a:r>
              <a:rPr lang="en-US" sz="3733" dirty="0"/>
              <a:t>Fundamental Flaws</a:t>
            </a:r>
          </a:p>
        </p:txBody>
      </p:sp>
      <p:pic>
        <p:nvPicPr>
          <p:cNvPr id="98" name="Picture 97">
            <a:extLst>
              <a:ext uri="{FF2B5EF4-FFF2-40B4-BE49-F238E27FC236}">
                <a16:creationId xmlns:a16="http://schemas.microsoft.com/office/drawing/2014/main" id="{2450BF4E-981B-CB7D-145E-7A056081A2ED}"/>
              </a:ext>
            </a:extLst>
          </p:cNvPr>
          <p:cNvPicPr>
            <a:picLocks noChangeAspect="1"/>
          </p:cNvPicPr>
          <p:nvPr/>
        </p:nvPicPr>
        <p:blipFill>
          <a:blip r:embed="rId2"/>
          <a:stretch>
            <a:fillRect/>
          </a:stretch>
        </p:blipFill>
        <p:spPr>
          <a:xfrm>
            <a:off x="1538066" y="1419287"/>
            <a:ext cx="9468001" cy="4601684"/>
          </a:xfrm>
          <a:prstGeom prst="rect">
            <a:avLst/>
          </a:prstGeom>
        </p:spPr>
      </p:pic>
      <p:pic>
        <p:nvPicPr>
          <p:cNvPr id="101" name="Picture 19">
            <a:extLst>
              <a:ext uri="{FF2B5EF4-FFF2-40B4-BE49-F238E27FC236}">
                <a16:creationId xmlns:a16="http://schemas.microsoft.com/office/drawing/2014/main" id="{9244C8D9-ED66-2166-6419-06B68EABBB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47" t="11852" r="8450" b="42894"/>
          <a:stretch>
            <a:fillRect/>
          </a:stretch>
        </p:blipFill>
        <p:spPr bwMode="auto">
          <a:xfrm>
            <a:off x="9003325" y="5965198"/>
            <a:ext cx="3052801" cy="794385"/>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524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5C23D-1590-0D41-90A5-AEA2D7D4B3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AA5DA54-B276-F428-E44C-96D6ED7EB383}"/>
              </a:ext>
            </a:extLst>
          </p:cNvPr>
          <p:cNvSpPr>
            <a:spLocks noGrp="1"/>
          </p:cNvSpPr>
          <p:nvPr>
            <p:ph type="title"/>
          </p:nvPr>
        </p:nvSpPr>
        <p:spPr>
          <a:xfrm>
            <a:off x="4503893" y="1"/>
            <a:ext cx="7324579" cy="881100"/>
          </a:xfrm>
        </p:spPr>
        <p:txBody>
          <a:bodyPr>
            <a:normAutofit/>
          </a:bodyPr>
          <a:lstStyle/>
          <a:p>
            <a:r>
              <a:rPr lang="en-US" sz="3733" dirty="0"/>
              <a:t>NGSIM Algorithm Prioritization</a:t>
            </a:r>
          </a:p>
        </p:txBody>
      </p:sp>
      <p:pic>
        <p:nvPicPr>
          <p:cNvPr id="101" name="Picture 19">
            <a:extLst>
              <a:ext uri="{FF2B5EF4-FFF2-40B4-BE49-F238E27FC236}">
                <a16:creationId xmlns:a16="http://schemas.microsoft.com/office/drawing/2014/main" id="{7708ECAA-03A4-DD8A-FEFE-4BA7BB11BD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947" t="11852" r="8450" b="42894"/>
          <a:stretch>
            <a:fillRect/>
          </a:stretch>
        </p:blipFill>
        <p:spPr bwMode="auto">
          <a:xfrm>
            <a:off x="9003325" y="5965198"/>
            <a:ext cx="3052801" cy="794385"/>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ontent Placeholder 1">
            <a:extLst>
              <a:ext uri="{FF2B5EF4-FFF2-40B4-BE49-F238E27FC236}">
                <a16:creationId xmlns:a16="http://schemas.microsoft.com/office/drawing/2014/main" id="{93FC91CC-0688-B6A4-F60E-456902F42378}"/>
              </a:ext>
            </a:extLst>
          </p:cNvPr>
          <p:cNvSpPr>
            <a:spLocks noGrp="1"/>
          </p:cNvSpPr>
          <p:nvPr>
            <p:ph sz="quarter" idx="10"/>
          </p:nvPr>
        </p:nvSpPr>
        <p:spPr>
          <a:xfrm>
            <a:off x="5113210" y="982459"/>
            <a:ext cx="6588868" cy="4982739"/>
          </a:xfrm>
        </p:spPr>
        <p:txBody>
          <a:bodyPr/>
          <a:lstStyle/>
          <a:p>
            <a:pPr marL="457189" indent="-457189"/>
            <a:r>
              <a:rPr lang="en-US" altLang="en-US" sz="2400" dirty="0"/>
              <a:t>March 2003 Community Stakeholder Workshop</a:t>
            </a:r>
          </a:p>
          <a:p>
            <a:pPr marL="457189" indent="-457189"/>
            <a:r>
              <a:rPr lang="en-US" altLang="en-US" sz="2400" dirty="0"/>
              <a:t>35+ critical scenarios* identified by users where current tools are deficient</a:t>
            </a:r>
          </a:p>
          <a:p>
            <a:pPr marL="1066728" lvl="1" indent="-457189"/>
            <a:r>
              <a:rPr lang="en-US" altLang="en-US" sz="1867" dirty="0"/>
              <a:t>Poor accuracy under congested conditions was a pervasive concern</a:t>
            </a:r>
          </a:p>
          <a:p>
            <a:pPr marL="457189" indent="-457189"/>
            <a:r>
              <a:rPr lang="en-US" altLang="en-US" sz="2400" dirty="0"/>
              <a:t>NGSIM program focus:  Top 4 critical scenarios</a:t>
            </a:r>
          </a:p>
          <a:p>
            <a:pPr marL="1066728" lvl="1" indent="-457189"/>
            <a:r>
              <a:rPr lang="en-US" altLang="en-US" sz="1867" dirty="0"/>
              <a:t>Collect comprehensive, all vehicle trajectory data with cameras mounted neighboring tall buildings</a:t>
            </a:r>
          </a:p>
          <a:p>
            <a:pPr marL="1066728" lvl="1" indent="-457189"/>
            <a:r>
              <a:rPr lang="en-US" altLang="en-US" sz="1867" dirty="0"/>
              <a:t>Key merge/weave and arterial intersections</a:t>
            </a:r>
          </a:p>
          <a:p>
            <a:pPr marL="1066728" lvl="1" indent="-457189"/>
            <a:r>
              <a:rPr lang="en-US" altLang="en-US" sz="1867" dirty="0"/>
              <a:t>Capture development and dissipation of congestion over 45 minutes</a:t>
            </a:r>
          </a:p>
          <a:p>
            <a:pPr lvl="1"/>
            <a:endParaRPr lang="en-US" dirty="0"/>
          </a:p>
        </p:txBody>
      </p:sp>
      <p:pic>
        <p:nvPicPr>
          <p:cNvPr id="8" name="Picture 7">
            <a:extLst>
              <a:ext uri="{FF2B5EF4-FFF2-40B4-BE49-F238E27FC236}">
                <a16:creationId xmlns:a16="http://schemas.microsoft.com/office/drawing/2014/main" id="{BEE9013E-A0B7-A1C2-05B4-EFFED066EBCB}"/>
              </a:ext>
            </a:extLst>
          </p:cNvPr>
          <p:cNvPicPr>
            <a:picLocks noChangeAspect="1"/>
          </p:cNvPicPr>
          <p:nvPr/>
        </p:nvPicPr>
        <p:blipFill>
          <a:blip r:embed="rId3"/>
          <a:stretch>
            <a:fillRect/>
          </a:stretch>
        </p:blipFill>
        <p:spPr>
          <a:xfrm>
            <a:off x="458210" y="330794"/>
            <a:ext cx="4256031" cy="5552569"/>
          </a:xfrm>
          <a:prstGeom prst="rect">
            <a:avLst/>
          </a:prstGeom>
        </p:spPr>
      </p:pic>
      <p:sp>
        <p:nvSpPr>
          <p:cNvPr id="9" name="Arrow: Right 8">
            <a:extLst>
              <a:ext uri="{FF2B5EF4-FFF2-40B4-BE49-F238E27FC236}">
                <a16:creationId xmlns:a16="http://schemas.microsoft.com/office/drawing/2014/main" id="{31D66092-BC71-6708-F6DA-22B7A55E72AD}"/>
              </a:ext>
            </a:extLst>
          </p:cNvPr>
          <p:cNvSpPr/>
          <p:nvPr/>
        </p:nvSpPr>
        <p:spPr>
          <a:xfrm rot="10800000">
            <a:off x="4151614" y="615428"/>
            <a:ext cx="870857" cy="1135003"/>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dirty="0">
              <a:solidFill>
                <a:srgbClr val="FFFFFF"/>
              </a:solidFill>
              <a:latin typeface="Arial" panose="020B0604020202020204"/>
            </a:endParaRPr>
          </a:p>
        </p:txBody>
      </p:sp>
      <p:sp>
        <p:nvSpPr>
          <p:cNvPr id="10" name="TextBox 9">
            <a:extLst>
              <a:ext uri="{FF2B5EF4-FFF2-40B4-BE49-F238E27FC236}">
                <a16:creationId xmlns:a16="http://schemas.microsoft.com/office/drawing/2014/main" id="{272E6EFE-B8CD-517F-0CAC-0B20124281F2}"/>
              </a:ext>
            </a:extLst>
          </p:cNvPr>
          <p:cNvSpPr txBox="1"/>
          <p:nvPr/>
        </p:nvSpPr>
        <p:spPr>
          <a:xfrm>
            <a:off x="397783" y="5880739"/>
            <a:ext cx="4106111" cy="543867"/>
          </a:xfrm>
          <a:prstGeom prst="rect">
            <a:avLst/>
          </a:prstGeom>
          <a:noFill/>
        </p:spPr>
        <p:txBody>
          <a:bodyPr wrap="square" rtlCol="0">
            <a:spAutoFit/>
          </a:bodyPr>
          <a:lstStyle/>
          <a:p>
            <a:pPr marL="150280" indent="-150280" defTabSz="609570"/>
            <a:r>
              <a:rPr lang="en-US" sz="1467" dirty="0">
                <a:solidFill>
                  <a:srgbClr val="000000"/>
                </a:solidFill>
                <a:latin typeface="Arial" panose="020B0604020202020204"/>
              </a:rPr>
              <a:t>* </a:t>
            </a:r>
            <a:r>
              <a:rPr lang="en-US" sz="1467" i="1" dirty="0">
                <a:solidFill>
                  <a:srgbClr val="000000"/>
                </a:solidFill>
                <a:latin typeface="Arial" panose="020B0604020202020204"/>
              </a:rPr>
              <a:t>35 tactical scenarios plus separate list of     strategic traveler choice scenarios</a:t>
            </a:r>
          </a:p>
        </p:txBody>
      </p:sp>
    </p:spTree>
    <p:extLst>
      <p:ext uri="{BB962C8B-B14F-4D97-AF65-F5344CB8AC3E}">
        <p14:creationId xmlns:p14="http://schemas.microsoft.com/office/powerpoint/2010/main" val="502028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70F50-4227-C478-187F-B02EE389734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EADAAD6-6FBB-A641-843B-87DEC653DFE3}"/>
              </a:ext>
            </a:extLst>
          </p:cNvPr>
          <p:cNvSpPr>
            <a:spLocks noGrp="1"/>
          </p:cNvSpPr>
          <p:nvPr>
            <p:ph type="title"/>
          </p:nvPr>
        </p:nvSpPr>
        <p:spPr>
          <a:xfrm>
            <a:off x="542532" y="278954"/>
            <a:ext cx="11106937" cy="881100"/>
          </a:xfrm>
        </p:spPr>
        <p:txBody>
          <a:bodyPr>
            <a:normAutofit fontScale="90000"/>
          </a:bodyPr>
          <a:lstStyle/>
          <a:p>
            <a:r>
              <a:rPr lang="en-US" sz="3733" dirty="0"/>
              <a:t>Envisioned NGSIM Impact:</a:t>
            </a:r>
            <a:br>
              <a:rPr lang="en-US" sz="3733" dirty="0"/>
            </a:br>
            <a:r>
              <a:rPr lang="en-US" sz="3733" dirty="0"/>
              <a:t>Enhanced Tools and Better Decision Support</a:t>
            </a:r>
          </a:p>
        </p:txBody>
      </p:sp>
      <p:pic>
        <p:nvPicPr>
          <p:cNvPr id="2" name="Picture 19">
            <a:extLst>
              <a:ext uri="{FF2B5EF4-FFF2-40B4-BE49-F238E27FC236}">
                <a16:creationId xmlns:a16="http://schemas.microsoft.com/office/drawing/2014/main" id="{61D5DFF6-12CA-D0EC-9E0B-57F1C1205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947" t="11852" r="8450" b="42894"/>
          <a:stretch>
            <a:fillRect/>
          </a:stretch>
        </p:blipFill>
        <p:spPr bwMode="auto">
          <a:xfrm>
            <a:off x="9003325" y="5965198"/>
            <a:ext cx="3052801" cy="794385"/>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62">
            <a:extLst>
              <a:ext uri="{FF2B5EF4-FFF2-40B4-BE49-F238E27FC236}">
                <a16:creationId xmlns:a16="http://schemas.microsoft.com/office/drawing/2014/main" id="{2F98A085-2B72-9289-6CD9-A39DAA95A95F}"/>
              </a:ext>
            </a:extLst>
          </p:cNvPr>
          <p:cNvPicPr>
            <a:picLocks noChangeAspect="1"/>
          </p:cNvPicPr>
          <p:nvPr/>
        </p:nvPicPr>
        <p:blipFill>
          <a:blip r:embed="rId3"/>
          <a:stretch>
            <a:fillRect/>
          </a:stretch>
        </p:blipFill>
        <p:spPr>
          <a:xfrm>
            <a:off x="1392223" y="1345970"/>
            <a:ext cx="9880691" cy="4857103"/>
          </a:xfrm>
          <a:prstGeom prst="rect">
            <a:avLst/>
          </a:prstGeom>
        </p:spPr>
      </p:pic>
    </p:spTree>
    <p:extLst>
      <p:ext uri="{BB962C8B-B14F-4D97-AF65-F5344CB8AC3E}">
        <p14:creationId xmlns:p14="http://schemas.microsoft.com/office/powerpoint/2010/main" val="3519953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9ADE3-09BC-59DB-E616-0F172D6A28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521C8A-BA9F-FBAB-8D72-35F2270F2C1C}"/>
              </a:ext>
            </a:extLst>
          </p:cNvPr>
          <p:cNvSpPr>
            <a:spLocks noGrp="1"/>
          </p:cNvSpPr>
          <p:nvPr>
            <p:ph type="title"/>
          </p:nvPr>
        </p:nvSpPr>
        <p:spPr>
          <a:xfrm>
            <a:off x="542532" y="278954"/>
            <a:ext cx="11106937" cy="881100"/>
          </a:xfrm>
        </p:spPr>
        <p:txBody>
          <a:bodyPr>
            <a:normAutofit fontScale="90000"/>
          </a:bodyPr>
          <a:lstStyle/>
          <a:p>
            <a:r>
              <a:rPr lang="en-US" sz="3733" dirty="0"/>
              <a:t>Decades Later:</a:t>
            </a:r>
            <a:br>
              <a:rPr lang="en-US" sz="3733" dirty="0"/>
            </a:br>
            <a:r>
              <a:rPr lang="en-US" sz="3733" dirty="0"/>
              <a:t>NGSIM Data Sets Continue to Generate Value</a:t>
            </a:r>
          </a:p>
        </p:txBody>
      </p:sp>
      <p:sp>
        <p:nvSpPr>
          <p:cNvPr id="6" name="Content Placeholder 1">
            <a:extLst>
              <a:ext uri="{FF2B5EF4-FFF2-40B4-BE49-F238E27FC236}">
                <a16:creationId xmlns:a16="http://schemas.microsoft.com/office/drawing/2014/main" id="{5768209E-3224-A1D1-045B-3EFCEE9DF55B}"/>
              </a:ext>
            </a:extLst>
          </p:cNvPr>
          <p:cNvSpPr>
            <a:spLocks noGrp="1"/>
          </p:cNvSpPr>
          <p:nvPr>
            <p:ph sz="quarter" idx="10"/>
          </p:nvPr>
        </p:nvSpPr>
        <p:spPr>
          <a:xfrm>
            <a:off x="542531" y="1341740"/>
            <a:ext cx="5042567" cy="4982739"/>
          </a:xfrm>
        </p:spPr>
        <p:txBody>
          <a:bodyPr/>
          <a:lstStyle/>
          <a:p>
            <a:r>
              <a:rPr lang="en-US" altLang="en-US" sz="2400" b="1" dirty="0"/>
              <a:t>500+ TRB papers</a:t>
            </a:r>
            <a:r>
              <a:rPr lang="en-US" altLang="en-US" sz="2400" dirty="0"/>
              <a:t>, conference presentations, and other documents citing NGSIM data</a:t>
            </a:r>
          </a:p>
          <a:p>
            <a:r>
              <a:rPr lang="en-US" altLang="en-US" sz="2400" dirty="0"/>
              <a:t>ITS Data Hub: NGSIM downloaded </a:t>
            </a:r>
            <a:r>
              <a:rPr lang="en-US" altLang="en-US" sz="2400" b="1" dirty="0"/>
              <a:t>more than 140 times</a:t>
            </a:r>
            <a:r>
              <a:rPr lang="en-US" altLang="en-US" sz="2400" dirty="0"/>
              <a:t> per month</a:t>
            </a:r>
          </a:p>
          <a:p>
            <a:r>
              <a:rPr lang="en-US" altLang="en-US" sz="2400" dirty="0"/>
              <a:t>NGSIM Data Story published on ITS Data Hub</a:t>
            </a:r>
            <a:endParaRPr lang="en-US" altLang="en-US" sz="1400" dirty="0"/>
          </a:p>
          <a:p>
            <a:pPr lvl="1"/>
            <a:endParaRPr lang="en-US" dirty="0"/>
          </a:p>
        </p:txBody>
      </p:sp>
      <p:sp>
        <p:nvSpPr>
          <p:cNvPr id="7" name="TextBox 5">
            <a:extLst>
              <a:ext uri="{FF2B5EF4-FFF2-40B4-BE49-F238E27FC236}">
                <a16:creationId xmlns:a16="http://schemas.microsoft.com/office/drawing/2014/main" id="{F420315D-076F-A430-2DCE-ABCEB4EFDE37}"/>
              </a:ext>
            </a:extLst>
          </p:cNvPr>
          <p:cNvSpPr txBox="1">
            <a:spLocks noChangeArrowheads="1"/>
          </p:cNvSpPr>
          <p:nvPr/>
        </p:nvSpPr>
        <p:spPr bwMode="auto">
          <a:xfrm>
            <a:off x="258164" y="4519748"/>
            <a:ext cx="5141151" cy="50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r" defTabSz="609570">
              <a:lnSpc>
                <a:spcPct val="100000"/>
              </a:lnSpc>
              <a:spcBef>
                <a:spcPct val="0"/>
              </a:spcBef>
              <a:buClrTx/>
              <a:buSzTx/>
              <a:buNone/>
            </a:pPr>
            <a:r>
              <a:rPr lang="en-US" altLang="en-US" sz="2667" dirty="0"/>
              <a:t> </a:t>
            </a:r>
            <a:r>
              <a:rPr lang="en-US" altLang="en-US" sz="1600" dirty="0"/>
              <a:t>https://data.transportation.gov/stories/s/i5zb-xe34</a:t>
            </a:r>
          </a:p>
        </p:txBody>
      </p:sp>
      <p:pic>
        <p:nvPicPr>
          <p:cNvPr id="8" name="Picture 4">
            <a:extLst>
              <a:ext uri="{FF2B5EF4-FFF2-40B4-BE49-F238E27FC236}">
                <a16:creationId xmlns:a16="http://schemas.microsoft.com/office/drawing/2014/main" id="{6F6BC6BF-3C65-E654-DF5F-513B4BD53A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3812" t="9637" r="43835" b="75642"/>
          <a:stretch>
            <a:fillRect/>
          </a:stretch>
        </p:blipFill>
        <p:spPr bwMode="auto">
          <a:xfrm>
            <a:off x="5399316" y="1183005"/>
            <a:ext cx="6792685" cy="5032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9">
            <a:extLst>
              <a:ext uri="{FF2B5EF4-FFF2-40B4-BE49-F238E27FC236}">
                <a16:creationId xmlns:a16="http://schemas.microsoft.com/office/drawing/2014/main" id="{91D2D577-0ED6-BB70-A47A-66CA33D64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947" t="11852" r="8450" b="42894"/>
          <a:stretch>
            <a:fillRect/>
          </a:stretch>
        </p:blipFill>
        <p:spPr bwMode="auto">
          <a:xfrm>
            <a:off x="9003325" y="5965198"/>
            <a:ext cx="3052801" cy="794385"/>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id="{26C07865-8075-F246-A27C-1CD015C5A29E}"/>
              </a:ext>
            </a:extLst>
          </p:cNvPr>
          <p:cNvSpPr txBox="1"/>
          <p:nvPr/>
        </p:nvSpPr>
        <p:spPr>
          <a:xfrm>
            <a:off x="1805170" y="5512721"/>
            <a:ext cx="7050328" cy="830997"/>
          </a:xfrm>
          <a:prstGeom prst="rect">
            <a:avLst/>
          </a:prstGeom>
          <a:noFill/>
        </p:spPr>
        <p:txBody>
          <a:bodyPr wrap="none" rtlCol="0">
            <a:spAutoFit/>
          </a:bodyPr>
          <a:lstStyle/>
          <a:p>
            <a:pPr defTabSz="609570"/>
            <a:r>
              <a:rPr lang="en-US" sz="2400" i="1" dirty="0">
                <a:solidFill>
                  <a:srgbClr val="000000"/>
                </a:solidFill>
                <a:latin typeface="Arial" panose="020B0604020202020204"/>
              </a:rPr>
              <a:t>NGSIM designed as a one-off activity</a:t>
            </a:r>
            <a:br>
              <a:rPr lang="en-US" sz="2400" i="1" dirty="0">
                <a:solidFill>
                  <a:srgbClr val="000000"/>
                </a:solidFill>
                <a:latin typeface="Arial" panose="020B0604020202020204"/>
              </a:rPr>
            </a:br>
            <a:r>
              <a:rPr lang="en-US" sz="2400" i="1" dirty="0">
                <a:solidFill>
                  <a:srgbClr val="000000"/>
                </a:solidFill>
                <a:latin typeface="Arial" panose="020B0604020202020204"/>
              </a:rPr>
              <a:t>to change federal role and address 4 top concerns</a:t>
            </a:r>
          </a:p>
        </p:txBody>
      </p:sp>
    </p:spTree>
    <p:extLst>
      <p:ext uri="{BB962C8B-B14F-4D97-AF65-F5344CB8AC3E}">
        <p14:creationId xmlns:p14="http://schemas.microsoft.com/office/powerpoint/2010/main" val="348223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7CC67-91E6-7641-0D64-5DEFE52533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0B30DC-5E21-6E9C-3B52-D556A6AE1966}"/>
              </a:ext>
            </a:extLst>
          </p:cNvPr>
          <p:cNvSpPr>
            <a:spLocks noGrp="1"/>
          </p:cNvSpPr>
          <p:nvPr>
            <p:ph sz="quarter" idx="10"/>
          </p:nvPr>
        </p:nvSpPr>
        <p:spPr>
          <a:xfrm>
            <a:off x="505618" y="1518561"/>
            <a:ext cx="11276567" cy="4708068"/>
          </a:xfrm>
        </p:spPr>
        <p:txBody>
          <a:bodyPr/>
          <a:lstStyle/>
          <a:p>
            <a:r>
              <a:rPr lang="en-US" dirty="0"/>
              <a:t>What NGSIM Accomplished</a:t>
            </a:r>
          </a:p>
          <a:p>
            <a:pPr lvl="1"/>
            <a:r>
              <a:rPr lang="en-US" dirty="0"/>
              <a:t>Created ITS AMS community cohesion around four key needed improvements</a:t>
            </a:r>
          </a:p>
          <a:p>
            <a:pPr lvl="1"/>
            <a:r>
              <a:rPr lang="en-US" dirty="0"/>
              <a:t>Transformed FHWA/USDOT from market competitor to market facilitator</a:t>
            </a:r>
          </a:p>
          <a:p>
            <a:pPr lvl="1"/>
            <a:r>
              <a:rPr lang="en-US" dirty="0"/>
              <a:t>Generated fundamental data sets of lasting value (algorithms/code less durable)</a:t>
            </a:r>
          </a:p>
          <a:p>
            <a:r>
              <a:rPr lang="en-US" dirty="0"/>
              <a:t>What NGSIM Did Not Accomplish</a:t>
            </a:r>
          </a:p>
          <a:p>
            <a:pPr lvl="1"/>
            <a:r>
              <a:rPr lang="en-US" dirty="0"/>
              <a:t>Did not result in a long-standing, self-organizing ITS AMS community,</a:t>
            </a:r>
            <a:br>
              <a:rPr lang="en-US" dirty="0"/>
            </a:br>
            <a:r>
              <a:rPr lang="en-US" dirty="0"/>
              <a:t>despite efforts to create one as the NGSIM program wrapped up</a:t>
            </a:r>
          </a:p>
          <a:p>
            <a:pPr lvl="1"/>
            <a:r>
              <a:rPr lang="en-US" dirty="0"/>
              <a:t>Did not result in a forum where a new list of prioritized projects/data collection efforts were updated</a:t>
            </a:r>
          </a:p>
          <a:p>
            <a:pPr lvl="1"/>
            <a:r>
              <a:rPr lang="en-US" dirty="0"/>
              <a:t>Federal maintenance required to keep data sets and meta-data available</a:t>
            </a:r>
          </a:p>
          <a:p>
            <a:pPr lvl="1"/>
            <a:r>
              <a:rPr lang="en-US" dirty="0"/>
              <a:t>Did not inspire others to contribute code or data outside of federally-funded efforts</a:t>
            </a:r>
          </a:p>
        </p:txBody>
      </p:sp>
      <p:sp>
        <p:nvSpPr>
          <p:cNvPr id="3" name="Slide Number Placeholder 2">
            <a:extLst>
              <a:ext uri="{FF2B5EF4-FFF2-40B4-BE49-F238E27FC236}">
                <a16:creationId xmlns:a16="http://schemas.microsoft.com/office/drawing/2014/main" id="{25185126-5943-72FA-2B12-149A62AB59CE}"/>
              </a:ext>
            </a:extLst>
          </p:cNvPr>
          <p:cNvSpPr>
            <a:spLocks noGrp="1"/>
          </p:cNvSpPr>
          <p:nvPr>
            <p:ph type="sldNum" sz="quarter" idx="11"/>
          </p:nvPr>
        </p:nvSpPr>
        <p:spPr/>
        <p:txBody>
          <a:bodyPr/>
          <a:lstStyle/>
          <a:p>
            <a:pPr defTabSz="609570"/>
            <a:fld id="{2AA54F96-7B9E-AE40-B001-B6CE5D33BA91}" type="slidenum">
              <a:rPr lang="en-US">
                <a:solidFill>
                  <a:srgbClr val="000000"/>
                </a:solidFill>
              </a:rPr>
              <a:pPr defTabSz="609570"/>
              <a:t>7</a:t>
            </a:fld>
            <a:endParaRPr lang="en-US">
              <a:solidFill>
                <a:srgbClr val="000000"/>
              </a:solidFill>
            </a:endParaRPr>
          </a:p>
        </p:txBody>
      </p:sp>
      <p:sp>
        <p:nvSpPr>
          <p:cNvPr id="4" name="Title 3">
            <a:extLst>
              <a:ext uri="{FF2B5EF4-FFF2-40B4-BE49-F238E27FC236}">
                <a16:creationId xmlns:a16="http://schemas.microsoft.com/office/drawing/2014/main" id="{25C18285-BD94-754C-13B8-EC05A75E16E4}"/>
              </a:ext>
            </a:extLst>
          </p:cNvPr>
          <p:cNvSpPr>
            <a:spLocks noGrp="1"/>
          </p:cNvSpPr>
          <p:nvPr>
            <p:ph type="title"/>
          </p:nvPr>
        </p:nvSpPr>
        <p:spPr>
          <a:xfrm>
            <a:off x="409816" y="438557"/>
            <a:ext cx="11372369" cy="881100"/>
          </a:xfrm>
        </p:spPr>
        <p:txBody>
          <a:bodyPr>
            <a:normAutofit fontScale="90000"/>
          </a:bodyPr>
          <a:lstStyle/>
          <a:p>
            <a:r>
              <a:rPr lang="en-US" sz="4267" dirty="0"/>
              <a:t>22 Years After the NGSIM Community Workshop:</a:t>
            </a:r>
            <a:br>
              <a:rPr lang="en-US" sz="4267" dirty="0"/>
            </a:br>
            <a:r>
              <a:rPr lang="en-US" sz="4267" dirty="0"/>
              <a:t>What NGSIM Accomplished and What It Did Not</a:t>
            </a:r>
          </a:p>
        </p:txBody>
      </p:sp>
    </p:spTree>
    <p:extLst>
      <p:ext uri="{BB962C8B-B14F-4D97-AF65-F5344CB8AC3E}">
        <p14:creationId xmlns:p14="http://schemas.microsoft.com/office/powerpoint/2010/main" val="4263305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C6B9-623F-EF3E-5D86-8761CF0AC3ED}"/>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9D0837E-B5CA-326C-C17E-F6CB61CEA8D4}"/>
              </a:ext>
            </a:extLst>
          </p:cNvPr>
          <p:cNvSpPr/>
          <p:nvPr/>
        </p:nvSpPr>
        <p:spPr>
          <a:xfrm>
            <a:off x="8333423" y="2078003"/>
            <a:ext cx="3232881" cy="1414763"/>
          </a:xfrm>
          <a:prstGeom prst="roundRect">
            <a:avLst/>
          </a:prstGeom>
          <a:noFill/>
          <a:ln>
            <a:solidFill>
              <a:srgbClr val="01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AutoShape 7">
            <a:extLst>
              <a:ext uri="{FF2B5EF4-FFF2-40B4-BE49-F238E27FC236}">
                <a16:creationId xmlns:a16="http://schemas.microsoft.com/office/drawing/2014/main" id="{CBAEE4AB-877E-4C9F-AF58-77BF4CA2C9C3}"/>
              </a:ext>
            </a:extLst>
          </p:cNvPr>
          <p:cNvSpPr>
            <a:spLocks noChangeArrowheads="1"/>
          </p:cNvSpPr>
          <p:nvPr/>
        </p:nvSpPr>
        <p:spPr bwMode="auto">
          <a:xfrm>
            <a:off x="3079085" y="4584453"/>
            <a:ext cx="6806424" cy="1225868"/>
          </a:xfrm>
          <a:prstGeom prst="roundRect">
            <a:avLst>
              <a:gd name="adj" fmla="val 16667"/>
            </a:avLst>
          </a:prstGeom>
          <a:noFill/>
          <a:ln>
            <a:solidFill>
              <a:srgbClr val="01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dirty="0">
              <a:solidFill>
                <a:schemeClr val="lt1"/>
              </a:solidFill>
            </a:endParaRPr>
          </a:p>
        </p:txBody>
      </p:sp>
      <p:sp>
        <p:nvSpPr>
          <p:cNvPr id="4" name="Title 3">
            <a:extLst>
              <a:ext uri="{FF2B5EF4-FFF2-40B4-BE49-F238E27FC236}">
                <a16:creationId xmlns:a16="http://schemas.microsoft.com/office/drawing/2014/main" id="{3485E1CA-3A99-9F61-1787-8BD8166D3A74}"/>
              </a:ext>
            </a:extLst>
          </p:cNvPr>
          <p:cNvSpPr>
            <a:spLocks noGrp="1"/>
          </p:cNvSpPr>
          <p:nvPr>
            <p:ph type="title"/>
          </p:nvPr>
        </p:nvSpPr>
        <p:spPr>
          <a:xfrm>
            <a:off x="592183" y="278954"/>
            <a:ext cx="11057285" cy="881100"/>
          </a:xfrm>
        </p:spPr>
        <p:txBody>
          <a:bodyPr>
            <a:normAutofit fontScale="90000"/>
          </a:bodyPr>
          <a:lstStyle/>
          <a:p>
            <a:r>
              <a:rPr lang="en-US" sz="3733" dirty="0"/>
              <a:t>Revisiting the Post-NGSIM AMS Market:</a:t>
            </a:r>
            <a:br>
              <a:rPr lang="en-US" sz="3733" dirty="0"/>
            </a:br>
            <a:r>
              <a:rPr lang="en-US" sz="3733" dirty="0"/>
              <a:t>Improved, But Neither Tools Nor Market Are “Perfect”</a:t>
            </a:r>
          </a:p>
        </p:txBody>
      </p:sp>
      <p:sp>
        <p:nvSpPr>
          <p:cNvPr id="33" name="AutoShape 7">
            <a:extLst>
              <a:ext uri="{FF2B5EF4-FFF2-40B4-BE49-F238E27FC236}">
                <a16:creationId xmlns:a16="http://schemas.microsoft.com/office/drawing/2014/main" id="{6BFC43F9-3DE5-B940-066A-4DDFEB93A3E6}"/>
              </a:ext>
            </a:extLst>
          </p:cNvPr>
          <p:cNvSpPr>
            <a:spLocks noChangeArrowheads="1"/>
          </p:cNvSpPr>
          <p:nvPr/>
        </p:nvSpPr>
        <p:spPr bwMode="auto">
          <a:xfrm>
            <a:off x="6692236" y="4702033"/>
            <a:ext cx="2887133" cy="1010348"/>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RESEARCH</a:t>
            </a:r>
          </a:p>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COMMUNITY</a:t>
            </a:r>
          </a:p>
        </p:txBody>
      </p:sp>
      <p:sp>
        <p:nvSpPr>
          <p:cNvPr id="34" name="AutoShape 8">
            <a:extLst>
              <a:ext uri="{FF2B5EF4-FFF2-40B4-BE49-F238E27FC236}">
                <a16:creationId xmlns:a16="http://schemas.microsoft.com/office/drawing/2014/main" id="{C7F55147-2D01-DCB1-B451-F570A2F0ECA9}"/>
              </a:ext>
            </a:extLst>
          </p:cNvPr>
          <p:cNvSpPr>
            <a:spLocks noChangeArrowheads="1"/>
          </p:cNvSpPr>
          <p:nvPr/>
        </p:nvSpPr>
        <p:spPr bwMode="auto">
          <a:xfrm>
            <a:off x="3371186" y="4702033"/>
            <a:ext cx="2846917" cy="1010348"/>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SOFTWARE</a:t>
            </a:r>
          </a:p>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VENDORS</a:t>
            </a:r>
          </a:p>
        </p:txBody>
      </p:sp>
      <p:sp>
        <p:nvSpPr>
          <p:cNvPr id="35" name="AutoShape 9">
            <a:extLst>
              <a:ext uri="{FF2B5EF4-FFF2-40B4-BE49-F238E27FC236}">
                <a16:creationId xmlns:a16="http://schemas.microsoft.com/office/drawing/2014/main" id="{EB6DE9AA-575D-FE34-D55A-693FE7ACA943}"/>
              </a:ext>
            </a:extLst>
          </p:cNvPr>
          <p:cNvSpPr>
            <a:spLocks noChangeArrowheads="1"/>
          </p:cNvSpPr>
          <p:nvPr/>
        </p:nvSpPr>
        <p:spPr bwMode="auto">
          <a:xfrm>
            <a:off x="1781568" y="2671896"/>
            <a:ext cx="2842683" cy="556252"/>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dirty="0">
                <a:solidFill>
                  <a:srgbClr val="000000"/>
                </a:solidFill>
              </a:rPr>
              <a:t>MODEL USERS</a:t>
            </a:r>
          </a:p>
        </p:txBody>
      </p:sp>
      <p:sp>
        <p:nvSpPr>
          <p:cNvPr id="37" name="Line 10">
            <a:extLst>
              <a:ext uri="{FF2B5EF4-FFF2-40B4-BE49-F238E27FC236}">
                <a16:creationId xmlns:a16="http://schemas.microsoft.com/office/drawing/2014/main" id="{5E65028E-E796-521C-4921-2E95E54C5856}"/>
              </a:ext>
            </a:extLst>
          </p:cNvPr>
          <p:cNvSpPr>
            <a:spLocks noChangeShapeType="1"/>
          </p:cNvSpPr>
          <p:nvPr/>
        </p:nvSpPr>
        <p:spPr bwMode="auto">
          <a:xfrm flipV="1">
            <a:off x="3506653" y="3290003"/>
            <a:ext cx="0" cy="1236363"/>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38" name="Text Box 11">
            <a:extLst>
              <a:ext uri="{FF2B5EF4-FFF2-40B4-BE49-F238E27FC236}">
                <a16:creationId xmlns:a16="http://schemas.microsoft.com/office/drawing/2014/main" id="{DE604DED-1175-5158-4995-D9A2164EC7C4}"/>
              </a:ext>
            </a:extLst>
          </p:cNvPr>
          <p:cNvSpPr txBox="1">
            <a:spLocks noChangeArrowheads="1"/>
          </p:cNvSpPr>
          <p:nvPr/>
        </p:nvSpPr>
        <p:spPr bwMode="auto">
          <a:xfrm>
            <a:off x="1941371" y="3645857"/>
            <a:ext cx="1327608" cy="666977"/>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Enhanced</a:t>
            </a:r>
          </a:p>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Tools</a:t>
            </a:r>
          </a:p>
        </p:txBody>
      </p:sp>
      <p:sp>
        <p:nvSpPr>
          <p:cNvPr id="40" name="AutoShape 20">
            <a:extLst>
              <a:ext uri="{FF2B5EF4-FFF2-40B4-BE49-F238E27FC236}">
                <a16:creationId xmlns:a16="http://schemas.microsoft.com/office/drawing/2014/main" id="{53C9CE7D-A99C-5B42-B86B-7A411055DB9C}"/>
              </a:ext>
            </a:extLst>
          </p:cNvPr>
          <p:cNvSpPr>
            <a:spLocks noChangeArrowheads="1"/>
          </p:cNvSpPr>
          <p:nvPr/>
        </p:nvSpPr>
        <p:spPr bwMode="auto">
          <a:xfrm>
            <a:off x="1525451" y="1418830"/>
            <a:ext cx="3638551" cy="556252"/>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DECISION MAKERS</a:t>
            </a:r>
          </a:p>
        </p:txBody>
      </p:sp>
      <p:sp>
        <p:nvSpPr>
          <p:cNvPr id="41" name="Line 21">
            <a:extLst>
              <a:ext uri="{FF2B5EF4-FFF2-40B4-BE49-F238E27FC236}">
                <a16:creationId xmlns:a16="http://schemas.microsoft.com/office/drawing/2014/main" id="{01597AB3-A9EF-4004-DBA8-29D9E035A06C}"/>
              </a:ext>
            </a:extLst>
          </p:cNvPr>
          <p:cNvSpPr>
            <a:spLocks noChangeShapeType="1"/>
          </p:cNvSpPr>
          <p:nvPr/>
        </p:nvSpPr>
        <p:spPr bwMode="auto">
          <a:xfrm flipV="1">
            <a:off x="2774284" y="1992231"/>
            <a:ext cx="0" cy="651933"/>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42" name="Text Box 22">
            <a:extLst>
              <a:ext uri="{FF2B5EF4-FFF2-40B4-BE49-F238E27FC236}">
                <a16:creationId xmlns:a16="http://schemas.microsoft.com/office/drawing/2014/main" id="{9D7A46A8-F663-22D3-214F-B675C56F0013}"/>
              </a:ext>
            </a:extLst>
          </p:cNvPr>
          <p:cNvSpPr txBox="1">
            <a:spLocks noChangeArrowheads="1"/>
          </p:cNvSpPr>
          <p:nvPr/>
        </p:nvSpPr>
        <p:spPr bwMode="auto">
          <a:xfrm>
            <a:off x="462884" y="2078003"/>
            <a:ext cx="2125133"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Better Analyses</a:t>
            </a:r>
          </a:p>
        </p:txBody>
      </p:sp>
      <p:sp>
        <p:nvSpPr>
          <p:cNvPr id="43" name="AutoShape 27">
            <a:extLst>
              <a:ext uri="{FF2B5EF4-FFF2-40B4-BE49-F238E27FC236}">
                <a16:creationId xmlns:a16="http://schemas.microsoft.com/office/drawing/2014/main" id="{BE0D8BD6-3996-BCEB-EBA6-51A324226A79}"/>
              </a:ext>
            </a:extLst>
          </p:cNvPr>
          <p:cNvSpPr>
            <a:spLocks noChangeArrowheads="1"/>
          </p:cNvSpPr>
          <p:nvPr/>
        </p:nvSpPr>
        <p:spPr bwMode="auto">
          <a:xfrm>
            <a:off x="8435309" y="2189109"/>
            <a:ext cx="2997200" cy="1161633"/>
          </a:xfrm>
          <a:prstGeom prst="flowChartMagneticDisk">
            <a:avLst/>
          </a:prstGeom>
          <a:solidFill>
            <a:srgbClr val="FFFF00"/>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NGSIM, TGSIM, and Other</a:t>
            </a:r>
          </a:p>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Key AMS-Related Data</a:t>
            </a:r>
          </a:p>
        </p:txBody>
      </p:sp>
      <p:sp>
        <p:nvSpPr>
          <p:cNvPr id="49" name="Line 26">
            <a:extLst>
              <a:ext uri="{FF2B5EF4-FFF2-40B4-BE49-F238E27FC236}">
                <a16:creationId xmlns:a16="http://schemas.microsoft.com/office/drawing/2014/main" id="{C647FB2B-32F6-74A4-7199-77CB1134868E}"/>
              </a:ext>
            </a:extLst>
          </p:cNvPr>
          <p:cNvSpPr>
            <a:spLocks noChangeShapeType="1"/>
          </p:cNvSpPr>
          <p:nvPr/>
        </p:nvSpPr>
        <p:spPr bwMode="auto">
          <a:xfrm flipH="1">
            <a:off x="8759281" y="3492766"/>
            <a:ext cx="0" cy="1003809"/>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50" name="Text Box 31">
            <a:extLst>
              <a:ext uri="{FF2B5EF4-FFF2-40B4-BE49-F238E27FC236}">
                <a16:creationId xmlns:a16="http://schemas.microsoft.com/office/drawing/2014/main" id="{ADD3B9DE-46E1-1FDB-D227-E0AF094206C5}"/>
              </a:ext>
            </a:extLst>
          </p:cNvPr>
          <p:cNvSpPr txBox="1">
            <a:spLocks noChangeArrowheads="1"/>
          </p:cNvSpPr>
          <p:nvPr/>
        </p:nvSpPr>
        <p:spPr bwMode="auto">
          <a:xfrm>
            <a:off x="7513103" y="1975303"/>
            <a:ext cx="704039" cy="666977"/>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New</a:t>
            </a:r>
          </a:p>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Data</a:t>
            </a:r>
          </a:p>
        </p:txBody>
      </p:sp>
      <p:sp>
        <p:nvSpPr>
          <p:cNvPr id="52" name="Text Box 35">
            <a:extLst>
              <a:ext uri="{FF2B5EF4-FFF2-40B4-BE49-F238E27FC236}">
                <a16:creationId xmlns:a16="http://schemas.microsoft.com/office/drawing/2014/main" id="{4298E110-FF8A-B21C-839A-E16CB5E1F518}"/>
              </a:ext>
            </a:extLst>
          </p:cNvPr>
          <p:cNvSpPr txBox="1">
            <a:spLocks noChangeArrowheads="1"/>
          </p:cNvSpPr>
          <p:nvPr/>
        </p:nvSpPr>
        <p:spPr bwMode="auto">
          <a:xfrm>
            <a:off x="8435310" y="1623749"/>
            <a:ext cx="2880917" cy="50276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2667" kern="0" dirty="0">
                <a:solidFill>
                  <a:srgbClr val="000000"/>
                </a:solidFill>
              </a:rPr>
              <a:t>USDOT DataHub</a:t>
            </a:r>
          </a:p>
        </p:txBody>
      </p:sp>
      <p:sp>
        <p:nvSpPr>
          <p:cNvPr id="58" name="Line 46">
            <a:extLst>
              <a:ext uri="{FF2B5EF4-FFF2-40B4-BE49-F238E27FC236}">
                <a16:creationId xmlns:a16="http://schemas.microsoft.com/office/drawing/2014/main" id="{4ECD5F21-79DC-6ACB-685A-90C5F15DAAA6}"/>
              </a:ext>
            </a:extLst>
          </p:cNvPr>
          <p:cNvSpPr>
            <a:spLocks noChangeShapeType="1"/>
          </p:cNvSpPr>
          <p:nvPr/>
        </p:nvSpPr>
        <p:spPr bwMode="auto">
          <a:xfrm flipV="1">
            <a:off x="4617902" y="2821577"/>
            <a:ext cx="1002031" cy="6736"/>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61" name="Line 46">
            <a:extLst>
              <a:ext uri="{FF2B5EF4-FFF2-40B4-BE49-F238E27FC236}">
                <a16:creationId xmlns:a16="http://schemas.microsoft.com/office/drawing/2014/main" id="{202DB98E-6A1A-5103-6D00-3FF8427F8647}"/>
              </a:ext>
            </a:extLst>
          </p:cNvPr>
          <p:cNvSpPr>
            <a:spLocks noChangeShapeType="1"/>
          </p:cNvSpPr>
          <p:nvPr/>
        </p:nvSpPr>
        <p:spPr bwMode="auto">
          <a:xfrm flipH="1">
            <a:off x="4087221" y="3288119"/>
            <a:ext cx="25583" cy="1236363"/>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64" name="Line 46">
            <a:extLst>
              <a:ext uri="{FF2B5EF4-FFF2-40B4-BE49-F238E27FC236}">
                <a16:creationId xmlns:a16="http://schemas.microsoft.com/office/drawing/2014/main" id="{7D9BCB79-BB89-F8C3-83A9-09CC7DFECBA4}"/>
              </a:ext>
            </a:extLst>
          </p:cNvPr>
          <p:cNvSpPr>
            <a:spLocks noChangeShapeType="1"/>
          </p:cNvSpPr>
          <p:nvPr/>
        </p:nvSpPr>
        <p:spPr bwMode="auto">
          <a:xfrm flipV="1">
            <a:off x="7493463" y="2766103"/>
            <a:ext cx="756735" cy="0"/>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pPr>
            <a:endParaRPr lang="en-US" sz="2667" b="1" kern="0">
              <a:solidFill>
                <a:srgbClr val="000000"/>
              </a:solidFill>
              <a:latin typeface="Arial" panose="020B0604020202020204"/>
            </a:endParaRPr>
          </a:p>
        </p:txBody>
      </p:sp>
      <p:sp>
        <p:nvSpPr>
          <p:cNvPr id="65" name="Line 10">
            <a:extLst>
              <a:ext uri="{FF2B5EF4-FFF2-40B4-BE49-F238E27FC236}">
                <a16:creationId xmlns:a16="http://schemas.microsoft.com/office/drawing/2014/main" id="{9214A030-B34A-AC0A-A50E-6B09F7725DA1}"/>
              </a:ext>
            </a:extLst>
          </p:cNvPr>
          <p:cNvSpPr>
            <a:spLocks noChangeShapeType="1"/>
          </p:cNvSpPr>
          <p:nvPr/>
        </p:nvSpPr>
        <p:spPr bwMode="auto">
          <a:xfrm flipV="1">
            <a:off x="6423252" y="3270707"/>
            <a:ext cx="16093" cy="1225868"/>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pPr>
            <a:endParaRPr lang="en-US" sz="2667" b="1" kern="0">
              <a:solidFill>
                <a:srgbClr val="000000"/>
              </a:solidFill>
              <a:latin typeface="Arial" panose="020B0604020202020204"/>
            </a:endParaRPr>
          </a:p>
        </p:txBody>
      </p:sp>
      <p:sp>
        <p:nvSpPr>
          <p:cNvPr id="66" name="Text Box 31">
            <a:extLst>
              <a:ext uri="{FF2B5EF4-FFF2-40B4-BE49-F238E27FC236}">
                <a16:creationId xmlns:a16="http://schemas.microsoft.com/office/drawing/2014/main" id="{756D941B-73F2-53EB-02B5-8E729942344E}"/>
              </a:ext>
            </a:extLst>
          </p:cNvPr>
          <p:cNvSpPr txBox="1">
            <a:spLocks noChangeArrowheads="1"/>
          </p:cNvSpPr>
          <p:nvPr/>
        </p:nvSpPr>
        <p:spPr bwMode="auto">
          <a:xfrm>
            <a:off x="4594417" y="2281203"/>
            <a:ext cx="902811"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Needs</a:t>
            </a:r>
          </a:p>
        </p:txBody>
      </p:sp>
      <p:sp>
        <p:nvSpPr>
          <p:cNvPr id="67" name="Text Box 31">
            <a:extLst>
              <a:ext uri="{FF2B5EF4-FFF2-40B4-BE49-F238E27FC236}">
                <a16:creationId xmlns:a16="http://schemas.microsoft.com/office/drawing/2014/main" id="{A5089F01-3DAE-CF25-D384-51B4969559B0}"/>
              </a:ext>
            </a:extLst>
          </p:cNvPr>
          <p:cNvSpPr txBox="1">
            <a:spLocks noChangeArrowheads="1"/>
          </p:cNvSpPr>
          <p:nvPr/>
        </p:nvSpPr>
        <p:spPr bwMode="auto">
          <a:xfrm>
            <a:off x="6423251" y="3820243"/>
            <a:ext cx="902811"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Needs</a:t>
            </a:r>
          </a:p>
        </p:txBody>
      </p:sp>
      <p:sp>
        <p:nvSpPr>
          <p:cNvPr id="68" name="Text Box 31">
            <a:extLst>
              <a:ext uri="{FF2B5EF4-FFF2-40B4-BE49-F238E27FC236}">
                <a16:creationId xmlns:a16="http://schemas.microsoft.com/office/drawing/2014/main" id="{824767D2-14F3-F0DB-7839-85A19B65A655}"/>
              </a:ext>
            </a:extLst>
          </p:cNvPr>
          <p:cNvSpPr txBox="1">
            <a:spLocks noChangeArrowheads="1"/>
          </p:cNvSpPr>
          <p:nvPr/>
        </p:nvSpPr>
        <p:spPr bwMode="auto">
          <a:xfrm>
            <a:off x="4061573" y="3932181"/>
            <a:ext cx="928459"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Issues</a:t>
            </a:r>
          </a:p>
        </p:txBody>
      </p:sp>
      <p:sp>
        <p:nvSpPr>
          <p:cNvPr id="69" name="Text Box 31">
            <a:extLst>
              <a:ext uri="{FF2B5EF4-FFF2-40B4-BE49-F238E27FC236}">
                <a16:creationId xmlns:a16="http://schemas.microsoft.com/office/drawing/2014/main" id="{0E0EB6E8-76E7-2EFA-AF42-2980A1609F67}"/>
              </a:ext>
            </a:extLst>
          </p:cNvPr>
          <p:cNvSpPr txBox="1">
            <a:spLocks noChangeArrowheads="1"/>
          </p:cNvSpPr>
          <p:nvPr/>
        </p:nvSpPr>
        <p:spPr bwMode="auto">
          <a:xfrm>
            <a:off x="8901053" y="3665967"/>
            <a:ext cx="1911101" cy="666977"/>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High Quality</a:t>
            </a:r>
          </a:p>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Validation Data</a:t>
            </a:r>
          </a:p>
        </p:txBody>
      </p:sp>
      <p:sp>
        <p:nvSpPr>
          <p:cNvPr id="70" name="AutoShape 20">
            <a:extLst>
              <a:ext uri="{FF2B5EF4-FFF2-40B4-BE49-F238E27FC236}">
                <a16:creationId xmlns:a16="http://schemas.microsoft.com/office/drawing/2014/main" id="{5DCAB610-8DC6-1EF9-BA94-86ADA2C77B39}"/>
              </a:ext>
            </a:extLst>
          </p:cNvPr>
          <p:cNvSpPr>
            <a:spLocks noChangeArrowheads="1"/>
          </p:cNvSpPr>
          <p:nvPr/>
        </p:nvSpPr>
        <p:spPr bwMode="auto">
          <a:xfrm>
            <a:off x="5607809" y="2183331"/>
            <a:ext cx="1640359" cy="919401"/>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Model Improvement</a:t>
            </a:r>
          </a:p>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Efforts</a:t>
            </a:r>
          </a:p>
        </p:txBody>
      </p:sp>
      <p:sp>
        <p:nvSpPr>
          <p:cNvPr id="71" name="AutoShape 20">
            <a:extLst>
              <a:ext uri="{FF2B5EF4-FFF2-40B4-BE49-F238E27FC236}">
                <a16:creationId xmlns:a16="http://schemas.microsoft.com/office/drawing/2014/main" id="{914A8370-85CD-8C15-6301-3BA4EA606C3D}"/>
              </a:ext>
            </a:extLst>
          </p:cNvPr>
          <p:cNvSpPr>
            <a:spLocks noChangeArrowheads="1"/>
          </p:cNvSpPr>
          <p:nvPr/>
        </p:nvSpPr>
        <p:spPr bwMode="auto">
          <a:xfrm>
            <a:off x="5730457" y="2039708"/>
            <a:ext cx="1640359" cy="919401"/>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Model Improvement</a:t>
            </a:r>
          </a:p>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Efforts</a:t>
            </a:r>
          </a:p>
        </p:txBody>
      </p:sp>
      <p:sp>
        <p:nvSpPr>
          <p:cNvPr id="72" name="AutoShape 20">
            <a:extLst>
              <a:ext uri="{FF2B5EF4-FFF2-40B4-BE49-F238E27FC236}">
                <a16:creationId xmlns:a16="http://schemas.microsoft.com/office/drawing/2014/main" id="{84C31871-1DD6-BC9A-8FB9-F53C9CBBF747}"/>
              </a:ext>
            </a:extLst>
          </p:cNvPr>
          <p:cNvSpPr>
            <a:spLocks noChangeArrowheads="1"/>
          </p:cNvSpPr>
          <p:nvPr/>
        </p:nvSpPr>
        <p:spPr bwMode="auto">
          <a:xfrm>
            <a:off x="5853105" y="1896086"/>
            <a:ext cx="1640359" cy="919401"/>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Model Improvement</a:t>
            </a:r>
          </a:p>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Efforts</a:t>
            </a:r>
          </a:p>
        </p:txBody>
      </p:sp>
      <p:sp>
        <p:nvSpPr>
          <p:cNvPr id="73" name="Text Box 31">
            <a:extLst>
              <a:ext uri="{FF2B5EF4-FFF2-40B4-BE49-F238E27FC236}">
                <a16:creationId xmlns:a16="http://schemas.microsoft.com/office/drawing/2014/main" id="{D66ACCCC-E4BC-2B9C-9D70-80ABC1267140}"/>
              </a:ext>
            </a:extLst>
          </p:cNvPr>
          <p:cNvSpPr txBox="1">
            <a:spLocks noChangeArrowheads="1"/>
          </p:cNvSpPr>
          <p:nvPr/>
        </p:nvSpPr>
        <p:spPr bwMode="auto">
          <a:xfrm>
            <a:off x="3910810" y="5909851"/>
            <a:ext cx="5226111"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“SOFTWARE DEVELOPMENT COMMUNITY”</a:t>
            </a:r>
          </a:p>
        </p:txBody>
      </p:sp>
      <p:sp>
        <p:nvSpPr>
          <p:cNvPr id="75" name="Line 46">
            <a:extLst>
              <a:ext uri="{FF2B5EF4-FFF2-40B4-BE49-F238E27FC236}">
                <a16:creationId xmlns:a16="http://schemas.microsoft.com/office/drawing/2014/main" id="{31DE5776-1C86-BC28-C7BF-14CA85A979E7}"/>
              </a:ext>
            </a:extLst>
          </p:cNvPr>
          <p:cNvSpPr>
            <a:spLocks noChangeShapeType="1"/>
          </p:cNvSpPr>
          <p:nvPr/>
        </p:nvSpPr>
        <p:spPr bwMode="auto">
          <a:xfrm flipH="1">
            <a:off x="4594415" y="3080804"/>
            <a:ext cx="1002031" cy="0"/>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pPr>
            <a:endParaRPr lang="en-US" sz="2667" b="1" kern="0">
              <a:solidFill>
                <a:srgbClr val="000000"/>
              </a:solidFill>
              <a:latin typeface="Arial" panose="020B0604020202020204"/>
            </a:endParaRPr>
          </a:p>
        </p:txBody>
      </p:sp>
      <p:sp>
        <p:nvSpPr>
          <p:cNvPr id="76" name="Text Box 31">
            <a:extLst>
              <a:ext uri="{FF2B5EF4-FFF2-40B4-BE49-F238E27FC236}">
                <a16:creationId xmlns:a16="http://schemas.microsoft.com/office/drawing/2014/main" id="{9F027DCD-CFCC-4247-4DB3-0ECCDE354F45}"/>
              </a:ext>
            </a:extLst>
          </p:cNvPr>
          <p:cNvSpPr txBox="1">
            <a:spLocks noChangeArrowheads="1"/>
          </p:cNvSpPr>
          <p:nvPr/>
        </p:nvSpPr>
        <p:spPr bwMode="auto">
          <a:xfrm>
            <a:off x="4490213" y="3141844"/>
            <a:ext cx="1273105"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2"/>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Guidance</a:t>
            </a:r>
          </a:p>
        </p:txBody>
      </p:sp>
    </p:spTree>
    <p:extLst>
      <p:ext uri="{BB962C8B-B14F-4D97-AF65-F5344CB8AC3E}">
        <p14:creationId xmlns:p14="http://schemas.microsoft.com/office/powerpoint/2010/main" val="686135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D7AED-0575-E61F-D4D5-D6CD7AAC2CC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09AD03-0049-F368-C287-D6AEBD9CA69F}"/>
              </a:ext>
            </a:extLst>
          </p:cNvPr>
          <p:cNvSpPr>
            <a:spLocks noGrp="1"/>
          </p:cNvSpPr>
          <p:nvPr>
            <p:ph type="sldNum" sz="quarter" idx="11"/>
          </p:nvPr>
        </p:nvSpPr>
        <p:spPr/>
        <p:txBody>
          <a:bodyPr/>
          <a:lstStyle/>
          <a:p>
            <a:pPr defTabSz="609570"/>
            <a:fld id="{2AA54F96-7B9E-AE40-B001-B6CE5D33BA91}" type="slidenum">
              <a:rPr lang="en-US">
                <a:solidFill>
                  <a:srgbClr val="000000"/>
                </a:solidFill>
              </a:rPr>
              <a:pPr defTabSz="609570"/>
              <a:t>9</a:t>
            </a:fld>
            <a:endParaRPr lang="en-US">
              <a:solidFill>
                <a:srgbClr val="000000"/>
              </a:solidFill>
            </a:endParaRPr>
          </a:p>
        </p:txBody>
      </p:sp>
      <p:sp>
        <p:nvSpPr>
          <p:cNvPr id="4" name="Title 3">
            <a:extLst>
              <a:ext uri="{FF2B5EF4-FFF2-40B4-BE49-F238E27FC236}">
                <a16:creationId xmlns:a16="http://schemas.microsoft.com/office/drawing/2014/main" id="{E6CDBB2C-91E4-080B-B752-07414BBCCC97}"/>
              </a:ext>
            </a:extLst>
          </p:cNvPr>
          <p:cNvSpPr>
            <a:spLocks noGrp="1"/>
          </p:cNvSpPr>
          <p:nvPr>
            <p:ph type="title"/>
          </p:nvPr>
        </p:nvSpPr>
        <p:spPr/>
        <p:txBody>
          <a:bodyPr>
            <a:normAutofit fontScale="90000"/>
          </a:bodyPr>
          <a:lstStyle/>
          <a:p>
            <a:r>
              <a:rPr lang="en-US" sz="4267" dirty="0"/>
              <a:t>2023 Connected and Automated Vehicle</a:t>
            </a:r>
            <a:br>
              <a:rPr lang="en-US" sz="4267" dirty="0"/>
            </a:br>
            <a:r>
              <a:rPr lang="en-US" sz="4267" dirty="0"/>
              <a:t>AMS Workshops:  Top Challenges</a:t>
            </a:r>
          </a:p>
        </p:txBody>
      </p:sp>
      <p:pic>
        <p:nvPicPr>
          <p:cNvPr id="7" name="Picture 6" descr="The word cloud graphic displays a collection of the key challenges provided by the stakeholders from the three events. The most repeated word is “behavior”, followed by “driver”, “data”, “modeling”, “infrastructure”, “demand” and “safety”">
            <a:extLst>
              <a:ext uri="{FF2B5EF4-FFF2-40B4-BE49-F238E27FC236}">
                <a16:creationId xmlns:a16="http://schemas.microsoft.com/office/drawing/2014/main" id="{CDF80E27-05EE-8B66-AF1D-1D593003619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2365" y="1132114"/>
            <a:ext cx="9017081" cy="3121297"/>
          </a:xfrm>
          <a:prstGeom prst="rect">
            <a:avLst/>
          </a:prstGeom>
          <a:noFill/>
        </p:spPr>
      </p:pic>
      <p:sp>
        <p:nvSpPr>
          <p:cNvPr id="9" name="Content Placeholder 1">
            <a:extLst>
              <a:ext uri="{FF2B5EF4-FFF2-40B4-BE49-F238E27FC236}">
                <a16:creationId xmlns:a16="http://schemas.microsoft.com/office/drawing/2014/main" id="{0FA27595-4864-F9EA-32EB-3E76A2AB81C7}"/>
              </a:ext>
            </a:extLst>
          </p:cNvPr>
          <p:cNvSpPr>
            <a:spLocks noGrp="1"/>
          </p:cNvSpPr>
          <p:nvPr>
            <p:ph sz="quarter" idx="10"/>
          </p:nvPr>
        </p:nvSpPr>
        <p:spPr>
          <a:xfrm>
            <a:off x="409815" y="4332937"/>
            <a:ext cx="11276567" cy="2397395"/>
          </a:xfrm>
        </p:spPr>
        <p:txBody>
          <a:bodyPr/>
          <a:lstStyle/>
          <a:p>
            <a:r>
              <a:rPr lang="en-US" dirty="0"/>
              <a:t>Many CAV-related AMS challenges identified, including</a:t>
            </a:r>
          </a:p>
          <a:p>
            <a:pPr lvl="1"/>
            <a:r>
              <a:rPr lang="en-US" dirty="0"/>
              <a:t>Driver behavior under various forms of connectivity and driving automation</a:t>
            </a:r>
          </a:p>
          <a:p>
            <a:pPr lvl="1"/>
            <a:r>
              <a:rPr lang="en-US" dirty="0"/>
              <a:t>Lack of data, but also concerns around managing large CAV-related data sets</a:t>
            </a:r>
          </a:p>
          <a:p>
            <a:pPr lvl="1"/>
            <a:r>
              <a:rPr lang="en-US" dirty="0"/>
              <a:t>Modeling realistic mixed CAV environments, including trip-making behavior impacts</a:t>
            </a:r>
          </a:p>
          <a:p>
            <a:pPr lvl="1"/>
            <a:r>
              <a:rPr lang="en-US" dirty="0"/>
              <a:t>Guidance on how to model given multiple layers of overlapping uncertainty</a:t>
            </a:r>
          </a:p>
        </p:txBody>
      </p:sp>
    </p:spTree>
    <p:extLst>
      <p:ext uri="{BB962C8B-B14F-4D97-AF65-F5344CB8AC3E}">
        <p14:creationId xmlns:p14="http://schemas.microsoft.com/office/powerpoint/2010/main" val="1872240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DF5CB-3BE3-8CE5-579C-10B5DE637A4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6DBFB3-933B-F84B-0652-A7DA533588AF}"/>
              </a:ext>
            </a:extLst>
          </p:cNvPr>
          <p:cNvSpPr>
            <a:spLocks noGrp="1"/>
          </p:cNvSpPr>
          <p:nvPr>
            <p:ph type="sldNum" sz="quarter" idx="11"/>
          </p:nvPr>
        </p:nvSpPr>
        <p:spPr/>
        <p:txBody>
          <a:bodyPr/>
          <a:lstStyle/>
          <a:p>
            <a:pPr defTabSz="609570"/>
            <a:fld id="{2AA54F96-7B9E-AE40-B001-B6CE5D33BA91}" type="slidenum">
              <a:rPr lang="en-US">
                <a:solidFill>
                  <a:srgbClr val="000000"/>
                </a:solidFill>
              </a:rPr>
              <a:pPr defTabSz="609570"/>
              <a:t>10</a:t>
            </a:fld>
            <a:endParaRPr lang="en-US">
              <a:solidFill>
                <a:srgbClr val="000000"/>
              </a:solidFill>
            </a:endParaRPr>
          </a:p>
        </p:txBody>
      </p:sp>
      <p:sp>
        <p:nvSpPr>
          <p:cNvPr id="4" name="Title 3">
            <a:extLst>
              <a:ext uri="{FF2B5EF4-FFF2-40B4-BE49-F238E27FC236}">
                <a16:creationId xmlns:a16="http://schemas.microsoft.com/office/drawing/2014/main" id="{6291BC8C-AF6A-D496-1944-C8CA9FAABE79}"/>
              </a:ext>
            </a:extLst>
          </p:cNvPr>
          <p:cNvSpPr>
            <a:spLocks noGrp="1"/>
          </p:cNvSpPr>
          <p:nvPr>
            <p:ph type="title"/>
          </p:nvPr>
        </p:nvSpPr>
        <p:spPr>
          <a:xfrm>
            <a:off x="409813" y="250965"/>
            <a:ext cx="11372369" cy="881100"/>
          </a:xfrm>
        </p:spPr>
        <p:txBody>
          <a:bodyPr>
            <a:normAutofit/>
          </a:bodyPr>
          <a:lstStyle/>
          <a:p>
            <a:r>
              <a:rPr lang="en-US" sz="4267" dirty="0"/>
              <a:t>2023 CAV/AMS Workshops:  Top Actions</a:t>
            </a:r>
          </a:p>
        </p:txBody>
      </p:sp>
      <p:pic>
        <p:nvPicPr>
          <p:cNvPr id="2" name="Picture 1" descr="This graphic summarizes the key activities provided by the stakeholders. The activities provided by the stakeholders generally fell into nine key categories or areas of action for FHWA to undertake. Several sub-topics were identified in each of the categories. These represent some key areas of interest that were mentioned by all groups.">
            <a:extLst>
              <a:ext uri="{FF2B5EF4-FFF2-40B4-BE49-F238E27FC236}">
                <a16:creationId xmlns:a16="http://schemas.microsoft.com/office/drawing/2014/main" id="{C3A7C9EE-EB7B-38E8-EA93-F02B5E5BF09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2967" y="1338564"/>
            <a:ext cx="11469215" cy="4180872"/>
          </a:xfrm>
          <a:prstGeom prst="rect">
            <a:avLst/>
          </a:prstGeom>
          <a:noFill/>
        </p:spPr>
      </p:pic>
    </p:spTree>
    <p:extLst>
      <p:ext uri="{BB962C8B-B14F-4D97-AF65-F5344CB8AC3E}">
        <p14:creationId xmlns:p14="http://schemas.microsoft.com/office/powerpoint/2010/main" val="1340891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FA7B4-71C9-3D35-4AFC-B83F9E67766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B9DACD-E27A-B009-9AE8-B69752F0972B}"/>
              </a:ext>
            </a:extLst>
          </p:cNvPr>
          <p:cNvSpPr>
            <a:spLocks noGrp="1"/>
          </p:cNvSpPr>
          <p:nvPr>
            <p:ph sz="quarter" idx="10"/>
          </p:nvPr>
        </p:nvSpPr>
        <p:spPr>
          <a:xfrm>
            <a:off x="505618" y="1518561"/>
            <a:ext cx="11276567" cy="4708068"/>
          </a:xfrm>
        </p:spPr>
        <p:txBody>
          <a:bodyPr/>
          <a:lstStyle/>
          <a:p>
            <a:r>
              <a:rPr lang="en-US" dirty="0"/>
              <a:t>What Has Changed</a:t>
            </a:r>
          </a:p>
          <a:p>
            <a:pPr lvl="1"/>
            <a:r>
              <a:rPr lang="en-US" dirty="0"/>
              <a:t>More powerful compute platforms, more complex (and diverse) tools, a focus on AI/agentic modeling, increased data availability</a:t>
            </a:r>
          </a:p>
          <a:p>
            <a:pPr lvl="1"/>
            <a:r>
              <a:rPr lang="en-US" dirty="0"/>
              <a:t>Increased focus on vehicle connectivity and driving automation</a:t>
            </a:r>
          </a:p>
          <a:p>
            <a:pPr lvl="1"/>
            <a:r>
              <a:rPr lang="en-US" dirty="0"/>
              <a:t>Complexity of decision-making, difficulty of the ITS AMS “ask”</a:t>
            </a:r>
          </a:p>
          <a:p>
            <a:r>
              <a:rPr lang="en-US" dirty="0"/>
              <a:t>What Has Not Changed</a:t>
            </a:r>
          </a:p>
          <a:p>
            <a:pPr lvl="1"/>
            <a:r>
              <a:rPr lang="en-US" dirty="0"/>
              <a:t>Desire for more capable yet easier to use tools</a:t>
            </a:r>
          </a:p>
          <a:p>
            <a:pPr lvl="1"/>
            <a:r>
              <a:rPr lang="en-US" dirty="0"/>
              <a:t>A desire for “more” data, a focus on understanding and modeling “non-uniform” traveler and driver behavior in response to new technology and societal trends</a:t>
            </a:r>
          </a:p>
          <a:p>
            <a:pPr lvl="1"/>
            <a:r>
              <a:rPr lang="en-US" dirty="0"/>
              <a:t>A need to gain decision-maker trust in tools (and assumptions), heightened requirement to uncomplicate the complicated</a:t>
            </a:r>
          </a:p>
        </p:txBody>
      </p:sp>
      <p:sp>
        <p:nvSpPr>
          <p:cNvPr id="3" name="Slide Number Placeholder 2">
            <a:extLst>
              <a:ext uri="{FF2B5EF4-FFF2-40B4-BE49-F238E27FC236}">
                <a16:creationId xmlns:a16="http://schemas.microsoft.com/office/drawing/2014/main" id="{D0239246-28F8-0742-F84E-41168322DBCB}"/>
              </a:ext>
            </a:extLst>
          </p:cNvPr>
          <p:cNvSpPr>
            <a:spLocks noGrp="1"/>
          </p:cNvSpPr>
          <p:nvPr>
            <p:ph type="sldNum" sz="quarter" idx="11"/>
          </p:nvPr>
        </p:nvSpPr>
        <p:spPr/>
        <p:txBody>
          <a:bodyPr/>
          <a:lstStyle/>
          <a:p>
            <a:pPr defTabSz="609570"/>
            <a:fld id="{2AA54F96-7B9E-AE40-B001-B6CE5D33BA91}" type="slidenum">
              <a:rPr lang="en-US">
                <a:solidFill>
                  <a:srgbClr val="000000"/>
                </a:solidFill>
              </a:rPr>
              <a:pPr defTabSz="609570"/>
              <a:t>11</a:t>
            </a:fld>
            <a:endParaRPr lang="en-US">
              <a:solidFill>
                <a:srgbClr val="000000"/>
              </a:solidFill>
            </a:endParaRPr>
          </a:p>
        </p:txBody>
      </p:sp>
      <p:sp>
        <p:nvSpPr>
          <p:cNvPr id="4" name="Title 3">
            <a:extLst>
              <a:ext uri="{FF2B5EF4-FFF2-40B4-BE49-F238E27FC236}">
                <a16:creationId xmlns:a16="http://schemas.microsoft.com/office/drawing/2014/main" id="{832F5DC7-6691-07DD-4FE8-9EC06EFB2B54}"/>
              </a:ext>
            </a:extLst>
          </p:cNvPr>
          <p:cNvSpPr>
            <a:spLocks noGrp="1"/>
          </p:cNvSpPr>
          <p:nvPr>
            <p:ph type="title"/>
          </p:nvPr>
        </p:nvSpPr>
        <p:spPr>
          <a:xfrm>
            <a:off x="409816" y="438557"/>
            <a:ext cx="11372369" cy="881100"/>
          </a:xfrm>
        </p:spPr>
        <p:txBody>
          <a:bodyPr>
            <a:normAutofit fontScale="90000"/>
          </a:bodyPr>
          <a:lstStyle/>
          <a:p>
            <a:r>
              <a:rPr lang="en-US" sz="4267" dirty="0"/>
              <a:t>22 Years After the NGSIM Community Workshop:</a:t>
            </a:r>
            <a:br>
              <a:rPr lang="en-US" sz="4267" dirty="0"/>
            </a:br>
            <a:r>
              <a:rPr lang="en-US" sz="4267" dirty="0"/>
              <a:t>ITS AMS Needs Summary</a:t>
            </a:r>
          </a:p>
        </p:txBody>
      </p:sp>
    </p:spTree>
    <p:extLst>
      <p:ext uri="{BB962C8B-B14F-4D97-AF65-F5344CB8AC3E}">
        <p14:creationId xmlns:p14="http://schemas.microsoft.com/office/powerpoint/2010/main" val="272011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03389-194D-E2F4-037B-BFAD0D90F633}"/>
            </a:ext>
          </a:extLst>
        </p:cNvPr>
        <p:cNvGrpSpPr/>
        <p:nvPr/>
      </p:nvGrpSpPr>
      <p:grpSpPr>
        <a:xfrm>
          <a:off x="0" y="0"/>
          <a:ext cx="0" cy="0"/>
          <a:chOff x="0" y="0"/>
          <a:chExt cx="0" cy="0"/>
        </a:xfrm>
      </p:grpSpPr>
      <p:sp>
        <p:nvSpPr>
          <p:cNvPr id="46" name="AutoShape 34">
            <a:extLst>
              <a:ext uri="{FF2B5EF4-FFF2-40B4-BE49-F238E27FC236}">
                <a16:creationId xmlns:a16="http://schemas.microsoft.com/office/drawing/2014/main" id="{D1232F6E-886A-F6D6-F558-31563E4C966A}"/>
              </a:ext>
            </a:extLst>
          </p:cNvPr>
          <p:cNvSpPr>
            <a:spLocks noChangeArrowheads="1"/>
          </p:cNvSpPr>
          <p:nvPr/>
        </p:nvSpPr>
        <p:spPr bwMode="auto">
          <a:xfrm>
            <a:off x="4696059" y="1384979"/>
            <a:ext cx="6480640" cy="2283828"/>
          </a:xfrm>
          <a:prstGeom prst="roundRect">
            <a:avLst>
              <a:gd name="adj" fmla="val 16667"/>
            </a:avLst>
          </a:prstGeom>
          <a:noFill/>
          <a:ln>
            <a:solidFill>
              <a:srgbClr val="01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a:solidFill>
                <a:schemeClr val="lt1"/>
              </a:solidFill>
            </a:endParaRPr>
          </a:p>
        </p:txBody>
      </p:sp>
      <p:sp>
        <p:nvSpPr>
          <p:cNvPr id="3" name="Slide Number Placeholder 2">
            <a:extLst>
              <a:ext uri="{FF2B5EF4-FFF2-40B4-BE49-F238E27FC236}">
                <a16:creationId xmlns:a16="http://schemas.microsoft.com/office/drawing/2014/main" id="{CD3B02E1-B511-A964-A061-C8A254EBFFB6}"/>
              </a:ext>
            </a:extLst>
          </p:cNvPr>
          <p:cNvSpPr>
            <a:spLocks noGrp="1"/>
          </p:cNvSpPr>
          <p:nvPr>
            <p:ph type="sldNum" sz="quarter" idx="11"/>
          </p:nvPr>
        </p:nvSpPr>
        <p:spPr/>
        <p:txBody>
          <a:bodyPr/>
          <a:lstStyle/>
          <a:p>
            <a:pPr defTabSz="609570"/>
            <a:fld id="{2AA54F96-7B9E-AE40-B001-B6CE5D33BA91}" type="slidenum">
              <a:rPr lang="en-US">
                <a:solidFill>
                  <a:srgbClr val="000000"/>
                </a:solidFill>
              </a:rPr>
              <a:pPr defTabSz="609570"/>
              <a:t>12</a:t>
            </a:fld>
            <a:endParaRPr lang="en-US">
              <a:solidFill>
                <a:srgbClr val="000000"/>
              </a:solidFill>
            </a:endParaRPr>
          </a:p>
        </p:txBody>
      </p:sp>
      <p:sp>
        <p:nvSpPr>
          <p:cNvPr id="4" name="Title 3">
            <a:extLst>
              <a:ext uri="{FF2B5EF4-FFF2-40B4-BE49-F238E27FC236}">
                <a16:creationId xmlns:a16="http://schemas.microsoft.com/office/drawing/2014/main" id="{1F53EC22-B0F3-48F0-F051-3C697F26BD71}"/>
              </a:ext>
            </a:extLst>
          </p:cNvPr>
          <p:cNvSpPr>
            <a:spLocks noGrp="1"/>
          </p:cNvSpPr>
          <p:nvPr>
            <p:ph type="title"/>
          </p:nvPr>
        </p:nvSpPr>
        <p:spPr>
          <a:xfrm>
            <a:off x="315469" y="147147"/>
            <a:ext cx="11372369" cy="998751"/>
          </a:xfrm>
        </p:spPr>
        <p:txBody>
          <a:bodyPr>
            <a:noAutofit/>
          </a:bodyPr>
          <a:lstStyle/>
          <a:p>
            <a:r>
              <a:rPr lang="en-US" dirty="0"/>
              <a:t>Hypothesis: An Engaged ITS AMS Community</a:t>
            </a:r>
            <a:br>
              <a:rPr lang="en-US" dirty="0"/>
            </a:br>
            <a:r>
              <a:rPr lang="en-US" dirty="0"/>
              <a:t>Can Create Sustained Impact on CAV Needs</a:t>
            </a:r>
          </a:p>
        </p:txBody>
      </p:sp>
      <p:sp>
        <p:nvSpPr>
          <p:cNvPr id="7" name="AutoShape 7">
            <a:extLst>
              <a:ext uri="{FF2B5EF4-FFF2-40B4-BE49-F238E27FC236}">
                <a16:creationId xmlns:a16="http://schemas.microsoft.com/office/drawing/2014/main" id="{B6D81925-170B-3CAA-0AE7-76A6DF4C9A5C}"/>
              </a:ext>
            </a:extLst>
          </p:cNvPr>
          <p:cNvSpPr>
            <a:spLocks noChangeArrowheads="1"/>
          </p:cNvSpPr>
          <p:nvPr/>
        </p:nvSpPr>
        <p:spPr bwMode="auto">
          <a:xfrm>
            <a:off x="1116748" y="4629306"/>
            <a:ext cx="6806424" cy="1254855"/>
          </a:xfrm>
          <a:prstGeom prst="roundRect">
            <a:avLst>
              <a:gd name="adj" fmla="val 16667"/>
            </a:avLst>
          </a:prstGeom>
          <a:noFill/>
          <a:ln>
            <a:solidFill>
              <a:srgbClr val="01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dirty="0">
              <a:solidFill>
                <a:schemeClr val="lt1"/>
              </a:solidFill>
            </a:endParaRPr>
          </a:p>
        </p:txBody>
      </p:sp>
      <p:sp>
        <p:nvSpPr>
          <p:cNvPr id="8" name="AutoShape 34">
            <a:extLst>
              <a:ext uri="{FF2B5EF4-FFF2-40B4-BE49-F238E27FC236}">
                <a16:creationId xmlns:a16="http://schemas.microsoft.com/office/drawing/2014/main" id="{6D3D0061-3A02-E104-FC89-E3574FD7675D}"/>
              </a:ext>
            </a:extLst>
          </p:cNvPr>
          <p:cNvSpPr>
            <a:spLocks noChangeArrowheads="1"/>
          </p:cNvSpPr>
          <p:nvPr/>
        </p:nvSpPr>
        <p:spPr bwMode="auto">
          <a:xfrm>
            <a:off x="9466313" y="5050155"/>
            <a:ext cx="1720651" cy="1365078"/>
          </a:xfrm>
          <a:prstGeom prst="roundRect">
            <a:avLst>
              <a:gd name="adj" fmla="val 16667"/>
            </a:avLst>
          </a:prstGeom>
          <a:noFill/>
          <a:ln>
            <a:solidFill>
              <a:srgbClr val="0199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en-US">
              <a:solidFill>
                <a:schemeClr val="lt1"/>
              </a:solidFill>
            </a:endParaRPr>
          </a:p>
        </p:txBody>
      </p:sp>
      <p:sp>
        <p:nvSpPr>
          <p:cNvPr id="9" name="AutoShape 7">
            <a:extLst>
              <a:ext uri="{FF2B5EF4-FFF2-40B4-BE49-F238E27FC236}">
                <a16:creationId xmlns:a16="http://schemas.microsoft.com/office/drawing/2014/main" id="{E7AE898C-80FD-56D7-E4E6-A59DB4B0310D}"/>
              </a:ext>
            </a:extLst>
          </p:cNvPr>
          <p:cNvSpPr>
            <a:spLocks noChangeArrowheads="1"/>
          </p:cNvSpPr>
          <p:nvPr/>
        </p:nvSpPr>
        <p:spPr bwMode="auto">
          <a:xfrm>
            <a:off x="4729899" y="4748478"/>
            <a:ext cx="2887133" cy="1010348"/>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RESEARCH</a:t>
            </a:r>
          </a:p>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COMMUNITY</a:t>
            </a:r>
          </a:p>
        </p:txBody>
      </p:sp>
      <p:sp>
        <p:nvSpPr>
          <p:cNvPr id="10" name="AutoShape 8">
            <a:extLst>
              <a:ext uri="{FF2B5EF4-FFF2-40B4-BE49-F238E27FC236}">
                <a16:creationId xmlns:a16="http://schemas.microsoft.com/office/drawing/2014/main" id="{7271724F-4CA4-0FB1-5A4F-B8C4289FF26A}"/>
              </a:ext>
            </a:extLst>
          </p:cNvPr>
          <p:cNvSpPr>
            <a:spLocks noChangeArrowheads="1"/>
          </p:cNvSpPr>
          <p:nvPr/>
        </p:nvSpPr>
        <p:spPr bwMode="auto">
          <a:xfrm>
            <a:off x="1408848" y="4748478"/>
            <a:ext cx="2846917" cy="1010348"/>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SOFTWARE</a:t>
            </a:r>
          </a:p>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VENDORS</a:t>
            </a:r>
          </a:p>
        </p:txBody>
      </p:sp>
      <p:sp>
        <p:nvSpPr>
          <p:cNvPr id="11" name="AutoShape 9">
            <a:extLst>
              <a:ext uri="{FF2B5EF4-FFF2-40B4-BE49-F238E27FC236}">
                <a16:creationId xmlns:a16="http://schemas.microsoft.com/office/drawing/2014/main" id="{8B5030C6-4CB9-1266-3A9F-F596473CFC3E}"/>
              </a:ext>
            </a:extLst>
          </p:cNvPr>
          <p:cNvSpPr>
            <a:spLocks noChangeArrowheads="1"/>
          </p:cNvSpPr>
          <p:nvPr/>
        </p:nvSpPr>
        <p:spPr bwMode="auto">
          <a:xfrm>
            <a:off x="841045" y="2671896"/>
            <a:ext cx="2842683" cy="556252"/>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dirty="0">
                <a:solidFill>
                  <a:srgbClr val="000000"/>
                </a:solidFill>
              </a:rPr>
              <a:t>MODEL USERS</a:t>
            </a:r>
          </a:p>
        </p:txBody>
      </p:sp>
      <p:sp>
        <p:nvSpPr>
          <p:cNvPr id="12" name="Line 10">
            <a:extLst>
              <a:ext uri="{FF2B5EF4-FFF2-40B4-BE49-F238E27FC236}">
                <a16:creationId xmlns:a16="http://schemas.microsoft.com/office/drawing/2014/main" id="{B72F4663-E891-1E40-F3E2-1A257AD5A63D}"/>
              </a:ext>
            </a:extLst>
          </p:cNvPr>
          <p:cNvSpPr>
            <a:spLocks noChangeShapeType="1"/>
          </p:cNvSpPr>
          <p:nvPr/>
        </p:nvSpPr>
        <p:spPr bwMode="auto">
          <a:xfrm flipV="1">
            <a:off x="3227975" y="3290003"/>
            <a:ext cx="0" cy="1236363"/>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13" name="Text Box 11">
            <a:extLst>
              <a:ext uri="{FF2B5EF4-FFF2-40B4-BE49-F238E27FC236}">
                <a16:creationId xmlns:a16="http://schemas.microsoft.com/office/drawing/2014/main" id="{1B7F6406-80C1-1AD4-7E58-C2FE806E4E89}"/>
              </a:ext>
            </a:extLst>
          </p:cNvPr>
          <p:cNvSpPr txBox="1">
            <a:spLocks noChangeArrowheads="1"/>
          </p:cNvSpPr>
          <p:nvPr/>
        </p:nvSpPr>
        <p:spPr bwMode="auto">
          <a:xfrm>
            <a:off x="1777041" y="3509921"/>
            <a:ext cx="1327608" cy="666977"/>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Enhanced</a:t>
            </a:r>
          </a:p>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Tools</a:t>
            </a:r>
          </a:p>
        </p:txBody>
      </p:sp>
      <p:sp>
        <p:nvSpPr>
          <p:cNvPr id="14" name="AutoShape 20">
            <a:extLst>
              <a:ext uri="{FF2B5EF4-FFF2-40B4-BE49-F238E27FC236}">
                <a16:creationId xmlns:a16="http://schemas.microsoft.com/office/drawing/2014/main" id="{D7266DCB-ADAD-A8CC-11B7-E9607F9BAD34}"/>
              </a:ext>
            </a:extLst>
          </p:cNvPr>
          <p:cNvSpPr>
            <a:spLocks noChangeArrowheads="1"/>
          </p:cNvSpPr>
          <p:nvPr/>
        </p:nvSpPr>
        <p:spPr bwMode="auto">
          <a:xfrm>
            <a:off x="183061" y="1374100"/>
            <a:ext cx="3638551" cy="556252"/>
          </a:xfrm>
          <a:prstGeom prst="roundRect">
            <a:avLst>
              <a:gd name="adj" fmla="val 16667"/>
            </a:avLst>
          </a:prstGeom>
          <a:solidFill>
            <a:srgbClr val="FFFFFF"/>
          </a:solidFill>
          <a:ln w="12700">
            <a:solidFill>
              <a:srgbClr val="0099CC"/>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2667" kern="0">
                <a:solidFill>
                  <a:srgbClr val="000000"/>
                </a:solidFill>
              </a:rPr>
              <a:t>DECISION MAKERS</a:t>
            </a:r>
          </a:p>
        </p:txBody>
      </p:sp>
      <p:sp>
        <p:nvSpPr>
          <p:cNvPr id="15" name="Line 21">
            <a:extLst>
              <a:ext uri="{FF2B5EF4-FFF2-40B4-BE49-F238E27FC236}">
                <a16:creationId xmlns:a16="http://schemas.microsoft.com/office/drawing/2014/main" id="{CDE20724-0FF3-D961-08C2-538D3389F684}"/>
              </a:ext>
            </a:extLst>
          </p:cNvPr>
          <p:cNvSpPr>
            <a:spLocks noChangeShapeType="1"/>
          </p:cNvSpPr>
          <p:nvPr/>
        </p:nvSpPr>
        <p:spPr bwMode="auto">
          <a:xfrm flipV="1">
            <a:off x="1833761" y="1992231"/>
            <a:ext cx="0" cy="651933"/>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16" name="Text Box 22">
            <a:extLst>
              <a:ext uri="{FF2B5EF4-FFF2-40B4-BE49-F238E27FC236}">
                <a16:creationId xmlns:a16="http://schemas.microsoft.com/office/drawing/2014/main" id="{B03BEB7E-B88D-1CBA-5353-197AFB041275}"/>
              </a:ext>
            </a:extLst>
          </p:cNvPr>
          <p:cNvSpPr txBox="1">
            <a:spLocks noChangeArrowheads="1"/>
          </p:cNvSpPr>
          <p:nvPr/>
        </p:nvSpPr>
        <p:spPr bwMode="auto">
          <a:xfrm>
            <a:off x="183060" y="1932376"/>
            <a:ext cx="1496547" cy="666977"/>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r" defTabSz="1219170" eaLnBrk="0" fontAlgn="base" hangingPunct="0">
              <a:lnSpc>
                <a:spcPct val="100000"/>
              </a:lnSpc>
              <a:spcBef>
                <a:spcPct val="0"/>
              </a:spcBef>
              <a:spcAft>
                <a:spcPct val="0"/>
              </a:spcAft>
              <a:buClrTx/>
              <a:buSzTx/>
              <a:buNone/>
              <a:defRPr/>
            </a:pPr>
            <a:r>
              <a:rPr lang="en-US" altLang="en-US" sz="1867" kern="0" dirty="0">
                <a:solidFill>
                  <a:srgbClr val="000000"/>
                </a:solidFill>
              </a:rPr>
              <a:t>Better Analyses</a:t>
            </a:r>
          </a:p>
        </p:txBody>
      </p:sp>
      <p:sp>
        <p:nvSpPr>
          <p:cNvPr id="18" name="Line 26">
            <a:extLst>
              <a:ext uri="{FF2B5EF4-FFF2-40B4-BE49-F238E27FC236}">
                <a16:creationId xmlns:a16="http://schemas.microsoft.com/office/drawing/2014/main" id="{7C175AC3-64A1-31BD-46D8-B0F2007935D6}"/>
              </a:ext>
            </a:extLst>
          </p:cNvPr>
          <p:cNvSpPr>
            <a:spLocks noChangeShapeType="1"/>
          </p:cNvSpPr>
          <p:nvPr/>
        </p:nvSpPr>
        <p:spPr bwMode="auto">
          <a:xfrm>
            <a:off x="10280379" y="3668807"/>
            <a:ext cx="16624" cy="850719"/>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20" name="Text Box 35">
            <a:extLst>
              <a:ext uri="{FF2B5EF4-FFF2-40B4-BE49-F238E27FC236}">
                <a16:creationId xmlns:a16="http://schemas.microsoft.com/office/drawing/2014/main" id="{986CE267-225C-65B2-ACF2-A8FC9F119456}"/>
              </a:ext>
            </a:extLst>
          </p:cNvPr>
          <p:cNvSpPr txBox="1">
            <a:spLocks noChangeArrowheads="1"/>
          </p:cNvSpPr>
          <p:nvPr/>
        </p:nvSpPr>
        <p:spPr bwMode="auto">
          <a:xfrm>
            <a:off x="6099632" y="1388519"/>
            <a:ext cx="3842719" cy="420564"/>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2133" kern="0" dirty="0">
                <a:solidFill>
                  <a:srgbClr val="000000"/>
                </a:solidFill>
              </a:rPr>
              <a:t>FHWA CAV AMS PROGRAM</a:t>
            </a:r>
          </a:p>
        </p:txBody>
      </p:sp>
      <p:sp>
        <p:nvSpPr>
          <p:cNvPr id="21" name="Line 46">
            <a:extLst>
              <a:ext uri="{FF2B5EF4-FFF2-40B4-BE49-F238E27FC236}">
                <a16:creationId xmlns:a16="http://schemas.microsoft.com/office/drawing/2014/main" id="{A2869FC2-4EB6-1604-7E87-444FA44FADB0}"/>
              </a:ext>
            </a:extLst>
          </p:cNvPr>
          <p:cNvSpPr>
            <a:spLocks noChangeShapeType="1"/>
          </p:cNvSpPr>
          <p:nvPr/>
        </p:nvSpPr>
        <p:spPr bwMode="auto">
          <a:xfrm flipV="1">
            <a:off x="3677379" y="2821577"/>
            <a:ext cx="1002031" cy="6736"/>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22" name="Line 46">
            <a:extLst>
              <a:ext uri="{FF2B5EF4-FFF2-40B4-BE49-F238E27FC236}">
                <a16:creationId xmlns:a16="http://schemas.microsoft.com/office/drawing/2014/main" id="{D797F31D-DFE2-4567-8607-43DF24E982A3}"/>
              </a:ext>
            </a:extLst>
          </p:cNvPr>
          <p:cNvSpPr>
            <a:spLocks noChangeShapeType="1"/>
          </p:cNvSpPr>
          <p:nvPr/>
        </p:nvSpPr>
        <p:spPr bwMode="auto">
          <a:xfrm flipH="1">
            <a:off x="3378923" y="3288119"/>
            <a:ext cx="25583" cy="1236363"/>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23" name="Line 46">
            <a:extLst>
              <a:ext uri="{FF2B5EF4-FFF2-40B4-BE49-F238E27FC236}">
                <a16:creationId xmlns:a16="http://schemas.microsoft.com/office/drawing/2014/main" id="{F30A5633-3754-13CE-40DC-DE40AB8E507F}"/>
              </a:ext>
            </a:extLst>
          </p:cNvPr>
          <p:cNvSpPr>
            <a:spLocks noChangeShapeType="1"/>
          </p:cNvSpPr>
          <p:nvPr/>
        </p:nvSpPr>
        <p:spPr bwMode="auto">
          <a:xfrm flipV="1">
            <a:off x="7482289" y="2821577"/>
            <a:ext cx="901164" cy="0"/>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pPr>
            <a:endParaRPr lang="en-US" sz="2667" b="1" kern="0">
              <a:solidFill>
                <a:srgbClr val="000000"/>
              </a:solidFill>
              <a:latin typeface="Arial" panose="020B0604020202020204"/>
            </a:endParaRPr>
          </a:p>
        </p:txBody>
      </p:sp>
      <p:sp>
        <p:nvSpPr>
          <p:cNvPr id="24" name="Line 10">
            <a:extLst>
              <a:ext uri="{FF2B5EF4-FFF2-40B4-BE49-F238E27FC236}">
                <a16:creationId xmlns:a16="http://schemas.microsoft.com/office/drawing/2014/main" id="{1F4AC646-95E7-90BF-C8DC-1C971E219F7A}"/>
              </a:ext>
            </a:extLst>
          </p:cNvPr>
          <p:cNvSpPr>
            <a:spLocks noChangeShapeType="1"/>
          </p:cNvSpPr>
          <p:nvPr/>
        </p:nvSpPr>
        <p:spPr bwMode="auto">
          <a:xfrm flipV="1">
            <a:off x="5726567" y="3668807"/>
            <a:ext cx="0" cy="850719"/>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pPr>
            <a:endParaRPr lang="en-US" sz="2667" b="1" kern="0">
              <a:solidFill>
                <a:srgbClr val="000000"/>
              </a:solidFill>
              <a:latin typeface="Arial" panose="020B0604020202020204"/>
            </a:endParaRPr>
          </a:p>
        </p:txBody>
      </p:sp>
      <p:sp>
        <p:nvSpPr>
          <p:cNvPr id="25" name="Text Box 31">
            <a:extLst>
              <a:ext uri="{FF2B5EF4-FFF2-40B4-BE49-F238E27FC236}">
                <a16:creationId xmlns:a16="http://schemas.microsoft.com/office/drawing/2014/main" id="{CACAED45-AE32-C652-74F5-DBF4E36368C5}"/>
              </a:ext>
            </a:extLst>
          </p:cNvPr>
          <p:cNvSpPr txBox="1">
            <a:spLocks noChangeArrowheads="1"/>
          </p:cNvSpPr>
          <p:nvPr/>
        </p:nvSpPr>
        <p:spPr bwMode="auto">
          <a:xfrm>
            <a:off x="3653894" y="2281203"/>
            <a:ext cx="902811"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Needs</a:t>
            </a:r>
          </a:p>
        </p:txBody>
      </p:sp>
      <p:sp>
        <p:nvSpPr>
          <p:cNvPr id="26" name="Text Box 31">
            <a:extLst>
              <a:ext uri="{FF2B5EF4-FFF2-40B4-BE49-F238E27FC236}">
                <a16:creationId xmlns:a16="http://schemas.microsoft.com/office/drawing/2014/main" id="{3D8B1C9E-DD08-66CC-DEAD-4D02B9F0C398}"/>
              </a:ext>
            </a:extLst>
          </p:cNvPr>
          <p:cNvSpPr txBox="1">
            <a:spLocks noChangeArrowheads="1"/>
          </p:cNvSpPr>
          <p:nvPr/>
        </p:nvSpPr>
        <p:spPr bwMode="auto">
          <a:xfrm>
            <a:off x="5703446" y="3953224"/>
            <a:ext cx="902811"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Needs</a:t>
            </a:r>
          </a:p>
        </p:txBody>
      </p:sp>
      <p:sp>
        <p:nvSpPr>
          <p:cNvPr id="27" name="Text Box 31">
            <a:extLst>
              <a:ext uri="{FF2B5EF4-FFF2-40B4-BE49-F238E27FC236}">
                <a16:creationId xmlns:a16="http://schemas.microsoft.com/office/drawing/2014/main" id="{0A41EA8E-9E58-8B71-BBF2-12C74826B0C9}"/>
              </a:ext>
            </a:extLst>
          </p:cNvPr>
          <p:cNvSpPr txBox="1">
            <a:spLocks noChangeArrowheads="1"/>
          </p:cNvSpPr>
          <p:nvPr/>
        </p:nvSpPr>
        <p:spPr bwMode="auto">
          <a:xfrm>
            <a:off x="3459205" y="4105651"/>
            <a:ext cx="928459"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Issues</a:t>
            </a:r>
          </a:p>
        </p:txBody>
      </p:sp>
      <p:sp>
        <p:nvSpPr>
          <p:cNvPr id="28" name="Text Box 31">
            <a:extLst>
              <a:ext uri="{FF2B5EF4-FFF2-40B4-BE49-F238E27FC236}">
                <a16:creationId xmlns:a16="http://schemas.microsoft.com/office/drawing/2014/main" id="{0EF2EDD1-A686-0F50-4FB5-58B346A65E95}"/>
              </a:ext>
            </a:extLst>
          </p:cNvPr>
          <p:cNvSpPr txBox="1">
            <a:spLocks noChangeArrowheads="1"/>
          </p:cNvSpPr>
          <p:nvPr/>
        </p:nvSpPr>
        <p:spPr bwMode="auto">
          <a:xfrm>
            <a:off x="10260835" y="3892324"/>
            <a:ext cx="1630575" cy="338554"/>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600" kern="0" dirty="0">
                <a:solidFill>
                  <a:srgbClr val="0059FF"/>
                </a:solidFill>
              </a:rPr>
              <a:t>CAV AMS Data</a:t>
            </a:r>
          </a:p>
        </p:txBody>
      </p:sp>
      <p:sp>
        <p:nvSpPr>
          <p:cNvPr id="32" name="Text Box 31">
            <a:extLst>
              <a:ext uri="{FF2B5EF4-FFF2-40B4-BE49-F238E27FC236}">
                <a16:creationId xmlns:a16="http://schemas.microsoft.com/office/drawing/2014/main" id="{26A97050-110C-412B-6340-032BA82BE17C}"/>
              </a:ext>
            </a:extLst>
          </p:cNvPr>
          <p:cNvSpPr txBox="1">
            <a:spLocks noChangeArrowheads="1"/>
          </p:cNvSpPr>
          <p:nvPr/>
        </p:nvSpPr>
        <p:spPr bwMode="auto">
          <a:xfrm>
            <a:off x="1948473" y="5956296"/>
            <a:ext cx="5226111" cy="379656"/>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867" kern="0" dirty="0">
                <a:solidFill>
                  <a:srgbClr val="000000"/>
                </a:solidFill>
              </a:rPr>
              <a:t>“SOFTWARE DEVELOPMENT COMMUNITY”</a:t>
            </a:r>
          </a:p>
        </p:txBody>
      </p:sp>
      <p:sp>
        <p:nvSpPr>
          <p:cNvPr id="33" name="Line 46">
            <a:extLst>
              <a:ext uri="{FF2B5EF4-FFF2-40B4-BE49-F238E27FC236}">
                <a16:creationId xmlns:a16="http://schemas.microsoft.com/office/drawing/2014/main" id="{58768C04-3E02-D3FD-BCD1-7F2F0263E7B2}"/>
              </a:ext>
            </a:extLst>
          </p:cNvPr>
          <p:cNvSpPr>
            <a:spLocks noChangeShapeType="1"/>
          </p:cNvSpPr>
          <p:nvPr/>
        </p:nvSpPr>
        <p:spPr bwMode="auto">
          <a:xfrm flipV="1">
            <a:off x="3677379" y="2821577"/>
            <a:ext cx="1002031" cy="6736"/>
          </a:xfrm>
          <a:prstGeom prst="line">
            <a:avLst/>
          </a:prstGeom>
          <a:noFill/>
          <a:ln w="38100">
            <a:solidFill>
              <a:srgbClr val="000000"/>
            </a:solidFill>
            <a:prstDash val="sysDot"/>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34" name="Line 46">
            <a:extLst>
              <a:ext uri="{FF2B5EF4-FFF2-40B4-BE49-F238E27FC236}">
                <a16:creationId xmlns:a16="http://schemas.microsoft.com/office/drawing/2014/main" id="{BD74CB12-2837-62CE-6B3F-3DC56AF6A47F}"/>
              </a:ext>
            </a:extLst>
          </p:cNvPr>
          <p:cNvSpPr>
            <a:spLocks noChangeShapeType="1"/>
          </p:cNvSpPr>
          <p:nvPr/>
        </p:nvSpPr>
        <p:spPr bwMode="auto">
          <a:xfrm flipH="1">
            <a:off x="3653893" y="3022745"/>
            <a:ext cx="1002031" cy="0"/>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pPr>
            <a:endParaRPr lang="en-US" sz="2667" b="1" kern="0">
              <a:solidFill>
                <a:srgbClr val="000000"/>
              </a:solidFill>
              <a:latin typeface="Arial" panose="020B0604020202020204"/>
            </a:endParaRPr>
          </a:p>
        </p:txBody>
      </p:sp>
      <p:grpSp>
        <p:nvGrpSpPr>
          <p:cNvPr id="38" name="Group 37">
            <a:extLst>
              <a:ext uri="{FF2B5EF4-FFF2-40B4-BE49-F238E27FC236}">
                <a16:creationId xmlns:a16="http://schemas.microsoft.com/office/drawing/2014/main" id="{6B9B5CF6-52E9-0C47-D6FF-9E7D805D6ADE}"/>
              </a:ext>
            </a:extLst>
          </p:cNvPr>
          <p:cNvGrpSpPr/>
          <p:nvPr/>
        </p:nvGrpSpPr>
        <p:grpSpPr>
          <a:xfrm>
            <a:off x="4824041" y="1995857"/>
            <a:ext cx="2551179" cy="1591668"/>
            <a:chOff x="-2179821" y="2044886"/>
            <a:chExt cx="1913384" cy="1193751"/>
          </a:xfrm>
        </p:grpSpPr>
        <p:sp>
          <p:nvSpPr>
            <p:cNvPr id="29" name="AutoShape 20">
              <a:extLst>
                <a:ext uri="{FF2B5EF4-FFF2-40B4-BE49-F238E27FC236}">
                  <a16:creationId xmlns:a16="http://schemas.microsoft.com/office/drawing/2014/main" id="{F8F45EB3-7EA4-B72F-17B1-507270C968B0}"/>
                </a:ext>
              </a:extLst>
            </p:cNvPr>
            <p:cNvSpPr>
              <a:spLocks noChangeArrowheads="1"/>
            </p:cNvSpPr>
            <p:nvPr/>
          </p:nvSpPr>
          <p:spPr bwMode="auto">
            <a:xfrm>
              <a:off x="-1905312" y="2400330"/>
              <a:ext cx="1347963" cy="485240"/>
            </a:xfrm>
            <a:prstGeom prst="roundRect">
              <a:avLst>
                <a:gd name="adj" fmla="val 16667"/>
              </a:avLst>
            </a:prstGeom>
            <a:solidFill>
              <a:schemeClr val="accent2"/>
            </a:solidFill>
            <a:ln w="12700">
              <a:solidFill>
                <a:srgbClr val="0099CC"/>
              </a:solidFill>
              <a:round/>
              <a:headEnd type="none" w="sm" len="sm"/>
              <a:tailEnd/>
            </a:ln>
            <a:effectLst/>
          </p:spPr>
          <p:txBody>
            <a:bodyPr wrap="square" anchor="ctr">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600" kern="0" dirty="0">
                  <a:solidFill>
                    <a:srgbClr val="FFFFFF"/>
                  </a:solidFill>
                </a:rPr>
                <a:t>CAV AMS Community</a:t>
              </a:r>
            </a:p>
          </p:txBody>
        </p:sp>
        <p:sp>
          <p:nvSpPr>
            <p:cNvPr id="37" name="Circle: Hollow 36">
              <a:extLst>
                <a:ext uri="{FF2B5EF4-FFF2-40B4-BE49-F238E27FC236}">
                  <a16:creationId xmlns:a16="http://schemas.microsoft.com/office/drawing/2014/main" id="{1E8BA9A7-8190-70BF-AA2A-69488C8F5294}"/>
                </a:ext>
              </a:extLst>
            </p:cNvPr>
            <p:cNvSpPr/>
            <p:nvPr/>
          </p:nvSpPr>
          <p:spPr>
            <a:xfrm>
              <a:off x="-2179821" y="2044886"/>
              <a:ext cx="1913384" cy="1193751"/>
            </a:xfrm>
            <a:prstGeom prst="donut">
              <a:avLst>
                <a:gd name="adj" fmla="val 11135"/>
              </a:avLst>
            </a:prstGeom>
            <a:solidFill>
              <a:srgbClr val="005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000000"/>
                </a:solidFill>
                <a:latin typeface="Arial" panose="020B0604020202020204"/>
              </a:endParaRPr>
            </a:p>
          </p:txBody>
        </p:sp>
      </p:grpSp>
      <p:sp>
        <p:nvSpPr>
          <p:cNvPr id="39" name="Arrow: Right 38">
            <a:extLst>
              <a:ext uri="{FF2B5EF4-FFF2-40B4-BE49-F238E27FC236}">
                <a16:creationId xmlns:a16="http://schemas.microsoft.com/office/drawing/2014/main" id="{DB048AA1-33B3-A96F-BF4D-D4310F2F155D}"/>
              </a:ext>
            </a:extLst>
          </p:cNvPr>
          <p:cNvSpPr/>
          <p:nvPr/>
        </p:nvSpPr>
        <p:spPr>
          <a:xfrm>
            <a:off x="6001654" y="1910873"/>
            <a:ext cx="331108" cy="348339"/>
          </a:xfrm>
          <a:prstGeom prst="rightArrow">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FFFFFF"/>
              </a:solidFill>
              <a:latin typeface="Arial" panose="020B0604020202020204"/>
            </a:endParaRPr>
          </a:p>
        </p:txBody>
      </p:sp>
      <p:sp>
        <p:nvSpPr>
          <p:cNvPr id="40" name="Arrow: Right 39">
            <a:extLst>
              <a:ext uri="{FF2B5EF4-FFF2-40B4-BE49-F238E27FC236}">
                <a16:creationId xmlns:a16="http://schemas.microsoft.com/office/drawing/2014/main" id="{9BCB784D-2F39-441B-25FA-618D656E60E9}"/>
              </a:ext>
            </a:extLst>
          </p:cNvPr>
          <p:cNvSpPr/>
          <p:nvPr/>
        </p:nvSpPr>
        <p:spPr>
          <a:xfrm rot="10800000">
            <a:off x="5894687" y="3335751"/>
            <a:ext cx="331108" cy="348339"/>
          </a:xfrm>
          <a:prstGeom prst="rightArrow">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FFFFFF"/>
              </a:solidFill>
              <a:latin typeface="Arial" panose="020B0604020202020204"/>
            </a:endParaRPr>
          </a:p>
        </p:txBody>
      </p:sp>
      <p:sp>
        <p:nvSpPr>
          <p:cNvPr id="41" name="AutoShape 27">
            <a:extLst>
              <a:ext uri="{FF2B5EF4-FFF2-40B4-BE49-F238E27FC236}">
                <a16:creationId xmlns:a16="http://schemas.microsoft.com/office/drawing/2014/main" id="{24C52CE6-7653-A390-8F98-7D3D8E7F7D81}"/>
              </a:ext>
            </a:extLst>
          </p:cNvPr>
          <p:cNvSpPr>
            <a:spLocks noChangeArrowheads="1"/>
          </p:cNvSpPr>
          <p:nvPr/>
        </p:nvSpPr>
        <p:spPr bwMode="auto">
          <a:xfrm>
            <a:off x="9583571" y="5166922"/>
            <a:ext cx="1458384" cy="1161633"/>
          </a:xfrm>
          <a:prstGeom prst="flowChartMagneticDisk">
            <a:avLst/>
          </a:prstGeom>
          <a:solidFill>
            <a:srgbClr val="FFFF00"/>
          </a:solidFill>
          <a:ln w="12700">
            <a:solidFill>
              <a:schemeClr val="hlink"/>
            </a:solidFill>
            <a:round/>
            <a:headEnd type="none" w="sm" len="sm"/>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609570">
              <a:lnSpc>
                <a:spcPct val="100000"/>
              </a:lnSpc>
              <a:spcBef>
                <a:spcPct val="0"/>
              </a:spcBef>
              <a:buClrTx/>
              <a:buSzTx/>
              <a:buNone/>
            </a:pPr>
            <a:r>
              <a:rPr lang="en-US" altLang="en-US" sz="1600" dirty="0">
                <a:solidFill>
                  <a:srgbClr val="000000"/>
                </a:solidFill>
              </a:rPr>
              <a:t>CAV AMS</a:t>
            </a:r>
          </a:p>
          <a:p>
            <a:pPr algn="ctr" defTabSz="609570">
              <a:lnSpc>
                <a:spcPct val="100000"/>
              </a:lnSpc>
              <a:spcBef>
                <a:spcPct val="0"/>
              </a:spcBef>
              <a:buClrTx/>
              <a:buSzTx/>
              <a:buNone/>
            </a:pPr>
            <a:r>
              <a:rPr lang="en-US" altLang="en-US" sz="1600" dirty="0">
                <a:solidFill>
                  <a:srgbClr val="000000"/>
                </a:solidFill>
              </a:rPr>
              <a:t>Data</a:t>
            </a:r>
          </a:p>
        </p:txBody>
      </p:sp>
      <p:sp>
        <p:nvSpPr>
          <p:cNvPr id="43" name="Text Box 31">
            <a:extLst>
              <a:ext uri="{FF2B5EF4-FFF2-40B4-BE49-F238E27FC236}">
                <a16:creationId xmlns:a16="http://schemas.microsoft.com/office/drawing/2014/main" id="{5E6D8D99-7E03-9A24-C3ED-2E6E784E417A}"/>
              </a:ext>
            </a:extLst>
          </p:cNvPr>
          <p:cNvSpPr txBox="1">
            <a:spLocks noChangeArrowheads="1"/>
          </p:cNvSpPr>
          <p:nvPr/>
        </p:nvSpPr>
        <p:spPr bwMode="auto">
          <a:xfrm>
            <a:off x="3545741" y="3164874"/>
            <a:ext cx="1313180" cy="830997"/>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600" kern="0" dirty="0">
                <a:solidFill>
                  <a:srgbClr val="0059FF"/>
                </a:solidFill>
              </a:rPr>
              <a:t>CAV AMS</a:t>
            </a:r>
          </a:p>
          <a:p>
            <a:pPr defTabSz="1219170" eaLnBrk="0" fontAlgn="base" hangingPunct="0">
              <a:lnSpc>
                <a:spcPct val="100000"/>
              </a:lnSpc>
              <a:spcBef>
                <a:spcPct val="0"/>
              </a:spcBef>
              <a:spcAft>
                <a:spcPct val="0"/>
              </a:spcAft>
              <a:buClrTx/>
              <a:buSzTx/>
              <a:buNone/>
              <a:defRPr/>
            </a:pPr>
            <a:r>
              <a:rPr lang="en-US" altLang="en-US" sz="1600" kern="0" dirty="0">
                <a:solidFill>
                  <a:srgbClr val="0059FF"/>
                </a:solidFill>
              </a:rPr>
              <a:t>Community</a:t>
            </a:r>
          </a:p>
          <a:p>
            <a:pPr defTabSz="1219170" eaLnBrk="0" fontAlgn="base" hangingPunct="0">
              <a:lnSpc>
                <a:spcPct val="100000"/>
              </a:lnSpc>
              <a:spcBef>
                <a:spcPct val="0"/>
              </a:spcBef>
              <a:spcAft>
                <a:spcPct val="0"/>
              </a:spcAft>
              <a:buClrTx/>
              <a:buSzTx/>
              <a:buNone/>
              <a:defRPr/>
            </a:pPr>
            <a:r>
              <a:rPr lang="en-US" altLang="en-US" sz="1600" kern="0" dirty="0">
                <a:solidFill>
                  <a:srgbClr val="0059FF"/>
                </a:solidFill>
              </a:rPr>
              <a:t>Guidance</a:t>
            </a:r>
          </a:p>
        </p:txBody>
      </p:sp>
      <p:sp>
        <p:nvSpPr>
          <p:cNvPr id="44" name="Text Box 31">
            <a:extLst>
              <a:ext uri="{FF2B5EF4-FFF2-40B4-BE49-F238E27FC236}">
                <a16:creationId xmlns:a16="http://schemas.microsoft.com/office/drawing/2014/main" id="{00FBECC4-60BF-E369-8A37-5773796127F3}"/>
              </a:ext>
            </a:extLst>
          </p:cNvPr>
          <p:cNvSpPr txBox="1">
            <a:spLocks noChangeArrowheads="1"/>
          </p:cNvSpPr>
          <p:nvPr/>
        </p:nvSpPr>
        <p:spPr bwMode="auto">
          <a:xfrm>
            <a:off x="4829543" y="1680747"/>
            <a:ext cx="1449436" cy="318100"/>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467" b="0" i="1" kern="0" dirty="0">
                <a:solidFill>
                  <a:srgbClr val="000000"/>
                </a:solidFill>
              </a:rPr>
              <a:t>meets annually</a:t>
            </a:r>
          </a:p>
        </p:txBody>
      </p:sp>
      <p:sp>
        <p:nvSpPr>
          <p:cNvPr id="45" name="Line 46">
            <a:extLst>
              <a:ext uri="{FF2B5EF4-FFF2-40B4-BE49-F238E27FC236}">
                <a16:creationId xmlns:a16="http://schemas.microsoft.com/office/drawing/2014/main" id="{4ADE4127-3147-CB03-3923-4B8933F5B346}"/>
              </a:ext>
            </a:extLst>
          </p:cNvPr>
          <p:cNvSpPr>
            <a:spLocks noChangeShapeType="1"/>
          </p:cNvSpPr>
          <p:nvPr/>
        </p:nvSpPr>
        <p:spPr bwMode="auto">
          <a:xfrm flipH="1" flipV="1">
            <a:off x="7911616" y="5262793"/>
            <a:ext cx="1423081" cy="20407"/>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pPr>
            <a:endParaRPr lang="en-US" sz="2667" b="1" kern="0">
              <a:solidFill>
                <a:srgbClr val="000000"/>
              </a:solidFill>
              <a:latin typeface="Arial" panose="020B0604020202020204"/>
            </a:endParaRPr>
          </a:p>
        </p:txBody>
      </p:sp>
      <p:sp>
        <p:nvSpPr>
          <p:cNvPr id="47" name="Text Box 35">
            <a:extLst>
              <a:ext uri="{FF2B5EF4-FFF2-40B4-BE49-F238E27FC236}">
                <a16:creationId xmlns:a16="http://schemas.microsoft.com/office/drawing/2014/main" id="{ECBDB9EB-8000-9626-D3B1-C6516E847F20}"/>
              </a:ext>
            </a:extLst>
          </p:cNvPr>
          <p:cNvSpPr txBox="1">
            <a:spLocks noChangeArrowheads="1"/>
          </p:cNvSpPr>
          <p:nvPr/>
        </p:nvSpPr>
        <p:spPr bwMode="auto">
          <a:xfrm>
            <a:off x="9612841" y="4605227"/>
            <a:ext cx="1308371" cy="420564"/>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2133" kern="0" dirty="0">
                <a:solidFill>
                  <a:srgbClr val="000000"/>
                </a:solidFill>
              </a:rPr>
              <a:t>DataHub</a:t>
            </a:r>
          </a:p>
        </p:txBody>
      </p:sp>
      <p:sp>
        <p:nvSpPr>
          <p:cNvPr id="48" name="Text Box 31">
            <a:extLst>
              <a:ext uri="{FF2B5EF4-FFF2-40B4-BE49-F238E27FC236}">
                <a16:creationId xmlns:a16="http://schemas.microsoft.com/office/drawing/2014/main" id="{AED25DE2-C289-3790-EFAE-ACEBF261AC62}"/>
              </a:ext>
            </a:extLst>
          </p:cNvPr>
          <p:cNvSpPr txBox="1">
            <a:spLocks noChangeArrowheads="1"/>
          </p:cNvSpPr>
          <p:nvPr/>
        </p:nvSpPr>
        <p:spPr bwMode="auto">
          <a:xfrm>
            <a:off x="8091165" y="5360610"/>
            <a:ext cx="1207155" cy="584775"/>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600" kern="0" dirty="0">
                <a:solidFill>
                  <a:srgbClr val="000000"/>
                </a:solidFill>
              </a:rPr>
              <a:t>CAV AMS Data</a:t>
            </a:r>
          </a:p>
        </p:txBody>
      </p:sp>
      <p:sp>
        <p:nvSpPr>
          <p:cNvPr id="49" name="Rectangle: Rounded Corners 48">
            <a:extLst>
              <a:ext uri="{FF2B5EF4-FFF2-40B4-BE49-F238E27FC236}">
                <a16:creationId xmlns:a16="http://schemas.microsoft.com/office/drawing/2014/main" id="{5078665C-B003-A5B7-8900-2103A56EFE9F}"/>
              </a:ext>
            </a:extLst>
          </p:cNvPr>
          <p:cNvSpPr/>
          <p:nvPr/>
        </p:nvSpPr>
        <p:spPr>
          <a:xfrm>
            <a:off x="8630118" y="1871915"/>
            <a:ext cx="1226479" cy="348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FFFFFF"/>
              </a:solidFill>
              <a:latin typeface="Arial" panose="020B0604020202020204"/>
            </a:endParaRPr>
          </a:p>
        </p:txBody>
      </p:sp>
      <p:sp>
        <p:nvSpPr>
          <p:cNvPr id="50" name="Rectangle: Rounded Corners 49">
            <a:extLst>
              <a:ext uri="{FF2B5EF4-FFF2-40B4-BE49-F238E27FC236}">
                <a16:creationId xmlns:a16="http://schemas.microsoft.com/office/drawing/2014/main" id="{8F8040E0-B44C-5682-550D-E956B86F9C62}"/>
              </a:ext>
            </a:extLst>
          </p:cNvPr>
          <p:cNvSpPr/>
          <p:nvPr/>
        </p:nvSpPr>
        <p:spPr>
          <a:xfrm>
            <a:off x="8630118" y="2268325"/>
            <a:ext cx="1226479" cy="348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FFFFFF"/>
              </a:solidFill>
              <a:latin typeface="Arial" panose="020B0604020202020204"/>
            </a:endParaRPr>
          </a:p>
        </p:txBody>
      </p:sp>
      <p:sp>
        <p:nvSpPr>
          <p:cNvPr id="53" name="Left Brace 52">
            <a:extLst>
              <a:ext uri="{FF2B5EF4-FFF2-40B4-BE49-F238E27FC236}">
                <a16:creationId xmlns:a16="http://schemas.microsoft.com/office/drawing/2014/main" id="{FD5FD545-4406-0488-65DF-1360524E0551}"/>
              </a:ext>
            </a:extLst>
          </p:cNvPr>
          <p:cNvSpPr/>
          <p:nvPr/>
        </p:nvSpPr>
        <p:spPr>
          <a:xfrm rot="10800000">
            <a:off x="9945910" y="1900050"/>
            <a:ext cx="362453" cy="1687473"/>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defTabSz="609570"/>
            <a:endParaRPr lang="en-US" sz="2400">
              <a:solidFill>
                <a:srgbClr val="000000"/>
              </a:solidFill>
              <a:latin typeface="Arial" panose="020B0604020202020204"/>
            </a:endParaRPr>
          </a:p>
        </p:txBody>
      </p:sp>
      <p:sp>
        <p:nvSpPr>
          <p:cNvPr id="54" name="Text Box 31">
            <a:extLst>
              <a:ext uri="{FF2B5EF4-FFF2-40B4-BE49-F238E27FC236}">
                <a16:creationId xmlns:a16="http://schemas.microsoft.com/office/drawing/2014/main" id="{F366D022-38C0-AE71-AF16-A3790915661A}"/>
              </a:ext>
            </a:extLst>
          </p:cNvPr>
          <p:cNvSpPr txBox="1">
            <a:spLocks noChangeArrowheads="1"/>
          </p:cNvSpPr>
          <p:nvPr/>
        </p:nvSpPr>
        <p:spPr bwMode="auto">
          <a:xfrm>
            <a:off x="10206005" y="2294766"/>
            <a:ext cx="994182" cy="830997"/>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CAV</a:t>
            </a:r>
          </a:p>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AMS</a:t>
            </a:r>
          </a:p>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Projects</a:t>
            </a:r>
          </a:p>
        </p:txBody>
      </p:sp>
      <p:sp>
        <p:nvSpPr>
          <p:cNvPr id="55" name="Line 26">
            <a:extLst>
              <a:ext uri="{FF2B5EF4-FFF2-40B4-BE49-F238E27FC236}">
                <a16:creationId xmlns:a16="http://schemas.microsoft.com/office/drawing/2014/main" id="{29763F02-BC90-C82D-659A-4FEDD3E97846}"/>
              </a:ext>
            </a:extLst>
          </p:cNvPr>
          <p:cNvSpPr>
            <a:spLocks noChangeShapeType="1"/>
          </p:cNvSpPr>
          <p:nvPr/>
        </p:nvSpPr>
        <p:spPr bwMode="auto">
          <a:xfrm>
            <a:off x="7432020" y="3687289"/>
            <a:ext cx="16624" cy="850719"/>
          </a:xfrm>
          <a:prstGeom prst="line">
            <a:avLst/>
          </a:prstGeom>
          <a:noFill/>
          <a:ln w="38100">
            <a:solidFill>
              <a:srgbClr val="000000"/>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1219170" eaLnBrk="0" fontAlgn="base" hangingPunct="0">
              <a:spcBef>
                <a:spcPct val="0"/>
              </a:spcBef>
              <a:spcAft>
                <a:spcPct val="0"/>
              </a:spcAft>
              <a:defRPr/>
            </a:pPr>
            <a:endParaRPr lang="en-US" sz="2667" b="1" kern="0">
              <a:solidFill>
                <a:srgbClr val="000000"/>
              </a:solidFill>
              <a:latin typeface="Arial" panose="020B0604020202020204"/>
            </a:endParaRPr>
          </a:p>
        </p:txBody>
      </p:sp>
      <p:sp>
        <p:nvSpPr>
          <p:cNvPr id="56" name="Text Box 31">
            <a:extLst>
              <a:ext uri="{FF2B5EF4-FFF2-40B4-BE49-F238E27FC236}">
                <a16:creationId xmlns:a16="http://schemas.microsoft.com/office/drawing/2014/main" id="{12DC9130-784C-F46D-CB49-0D717982E656}"/>
              </a:ext>
            </a:extLst>
          </p:cNvPr>
          <p:cNvSpPr txBox="1">
            <a:spLocks noChangeArrowheads="1"/>
          </p:cNvSpPr>
          <p:nvPr/>
        </p:nvSpPr>
        <p:spPr bwMode="auto">
          <a:xfrm>
            <a:off x="7509497" y="3768231"/>
            <a:ext cx="1542410" cy="584775"/>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defTabSz="1219170" eaLnBrk="0" fontAlgn="base" hangingPunct="0">
              <a:lnSpc>
                <a:spcPct val="100000"/>
              </a:lnSpc>
              <a:spcBef>
                <a:spcPct val="0"/>
              </a:spcBef>
              <a:spcAft>
                <a:spcPct val="0"/>
              </a:spcAft>
              <a:buClrTx/>
              <a:buSzTx/>
              <a:buNone/>
              <a:defRPr/>
            </a:pPr>
            <a:r>
              <a:rPr lang="en-US" altLang="en-US" sz="1600" kern="0" dirty="0">
                <a:solidFill>
                  <a:srgbClr val="0059FF"/>
                </a:solidFill>
              </a:rPr>
              <a:t>Case Studies,</a:t>
            </a:r>
          </a:p>
          <a:p>
            <a:pPr defTabSz="1219170" eaLnBrk="0" fontAlgn="base" hangingPunct="0">
              <a:lnSpc>
                <a:spcPct val="100000"/>
              </a:lnSpc>
              <a:spcBef>
                <a:spcPct val="0"/>
              </a:spcBef>
              <a:spcAft>
                <a:spcPct val="0"/>
              </a:spcAft>
              <a:buClrTx/>
              <a:buSzTx/>
              <a:buNone/>
              <a:defRPr/>
            </a:pPr>
            <a:r>
              <a:rPr lang="en-US" altLang="en-US" sz="1600" kern="0" dirty="0">
                <a:solidFill>
                  <a:srgbClr val="0059FF"/>
                </a:solidFill>
              </a:rPr>
              <a:t>Driver Models</a:t>
            </a:r>
          </a:p>
        </p:txBody>
      </p:sp>
      <p:sp>
        <p:nvSpPr>
          <p:cNvPr id="2" name="Text Box 31">
            <a:extLst>
              <a:ext uri="{FF2B5EF4-FFF2-40B4-BE49-F238E27FC236}">
                <a16:creationId xmlns:a16="http://schemas.microsoft.com/office/drawing/2014/main" id="{FAFCB2C9-D7D2-E80A-345E-3675B45D9D3A}"/>
              </a:ext>
            </a:extLst>
          </p:cNvPr>
          <p:cNvSpPr txBox="1">
            <a:spLocks noChangeArrowheads="1"/>
          </p:cNvSpPr>
          <p:nvPr/>
        </p:nvSpPr>
        <p:spPr bwMode="auto">
          <a:xfrm>
            <a:off x="7305278" y="2070437"/>
            <a:ext cx="1189749" cy="584775"/>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Prioritized</a:t>
            </a:r>
          </a:p>
          <a:p>
            <a:pPr algn="ctr" defTabSz="1219170" eaLnBrk="0" fontAlgn="base" hangingPunct="0">
              <a:lnSpc>
                <a:spcPct val="100000"/>
              </a:lnSpc>
              <a:spcBef>
                <a:spcPct val="0"/>
              </a:spcBef>
              <a:spcAft>
                <a:spcPct val="0"/>
              </a:spcAft>
              <a:buClrTx/>
              <a:buSzTx/>
              <a:buNone/>
              <a:defRPr/>
            </a:pPr>
            <a:r>
              <a:rPr lang="en-US" altLang="en-US" sz="1600" kern="0" dirty="0">
                <a:solidFill>
                  <a:srgbClr val="000000"/>
                </a:solidFill>
              </a:rPr>
              <a:t>Needs</a:t>
            </a:r>
          </a:p>
        </p:txBody>
      </p:sp>
      <p:sp>
        <p:nvSpPr>
          <p:cNvPr id="19" name="Text Box 31">
            <a:extLst>
              <a:ext uri="{FF2B5EF4-FFF2-40B4-BE49-F238E27FC236}">
                <a16:creationId xmlns:a16="http://schemas.microsoft.com/office/drawing/2014/main" id="{02612083-72EA-210C-B611-31B5DF6A6EB7}"/>
              </a:ext>
            </a:extLst>
          </p:cNvPr>
          <p:cNvSpPr txBox="1">
            <a:spLocks noChangeArrowheads="1"/>
          </p:cNvSpPr>
          <p:nvPr/>
        </p:nvSpPr>
        <p:spPr bwMode="auto">
          <a:xfrm>
            <a:off x="8761085" y="1856903"/>
            <a:ext cx="926857" cy="318100"/>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467" b="0" kern="0" dirty="0">
                <a:solidFill>
                  <a:srgbClr val="FFFFFF"/>
                </a:solidFill>
              </a:rPr>
              <a:t>Project 1</a:t>
            </a:r>
          </a:p>
        </p:txBody>
      </p:sp>
      <p:sp>
        <p:nvSpPr>
          <p:cNvPr id="5" name="Text Box 31">
            <a:extLst>
              <a:ext uri="{FF2B5EF4-FFF2-40B4-BE49-F238E27FC236}">
                <a16:creationId xmlns:a16="http://schemas.microsoft.com/office/drawing/2014/main" id="{52270DE5-B605-082D-AE0C-52D942223D6E}"/>
              </a:ext>
            </a:extLst>
          </p:cNvPr>
          <p:cNvSpPr txBox="1">
            <a:spLocks noChangeArrowheads="1"/>
          </p:cNvSpPr>
          <p:nvPr/>
        </p:nvSpPr>
        <p:spPr bwMode="auto">
          <a:xfrm>
            <a:off x="8759709" y="2266274"/>
            <a:ext cx="926857" cy="318100"/>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467" b="0" kern="0" dirty="0">
                <a:solidFill>
                  <a:srgbClr val="FFFFFF"/>
                </a:solidFill>
              </a:rPr>
              <a:t>Project 2</a:t>
            </a:r>
          </a:p>
        </p:txBody>
      </p:sp>
      <p:cxnSp>
        <p:nvCxnSpPr>
          <p:cNvPr id="36" name="Straight Connector 35">
            <a:extLst>
              <a:ext uri="{FF2B5EF4-FFF2-40B4-BE49-F238E27FC236}">
                <a16:creationId xmlns:a16="http://schemas.microsoft.com/office/drawing/2014/main" id="{21580395-1E7D-8E84-1910-C10A43F920C0}"/>
              </a:ext>
            </a:extLst>
          </p:cNvPr>
          <p:cNvCxnSpPr>
            <a:cxnSpLocks/>
          </p:cNvCxnSpPr>
          <p:nvPr/>
        </p:nvCxnSpPr>
        <p:spPr>
          <a:xfrm>
            <a:off x="9245631" y="2942201"/>
            <a:ext cx="0" cy="280268"/>
          </a:xfrm>
          <a:prstGeom prst="line">
            <a:avLst/>
          </a:prstGeom>
          <a:ln w="12700">
            <a:solidFill>
              <a:srgbClr val="93C843"/>
            </a:solidFill>
            <a:prstDash val="sysDash"/>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65011848-BCF2-F310-1256-344EACE27D2A}"/>
              </a:ext>
            </a:extLst>
          </p:cNvPr>
          <p:cNvSpPr/>
          <p:nvPr/>
        </p:nvSpPr>
        <p:spPr>
          <a:xfrm>
            <a:off x="8630118" y="2674113"/>
            <a:ext cx="1226479" cy="348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FFFFFF"/>
              </a:solidFill>
              <a:latin typeface="Arial" panose="020B0604020202020204"/>
            </a:endParaRPr>
          </a:p>
        </p:txBody>
      </p:sp>
      <p:sp>
        <p:nvSpPr>
          <p:cNvPr id="6" name="Text Box 31">
            <a:extLst>
              <a:ext uri="{FF2B5EF4-FFF2-40B4-BE49-F238E27FC236}">
                <a16:creationId xmlns:a16="http://schemas.microsoft.com/office/drawing/2014/main" id="{F17EF9ED-7E54-7CEA-8E5B-22C657604497}"/>
              </a:ext>
            </a:extLst>
          </p:cNvPr>
          <p:cNvSpPr txBox="1">
            <a:spLocks noChangeArrowheads="1"/>
          </p:cNvSpPr>
          <p:nvPr/>
        </p:nvSpPr>
        <p:spPr bwMode="auto">
          <a:xfrm>
            <a:off x="8759709" y="2674112"/>
            <a:ext cx="926857" cy="318100"/>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467" b="0" kern="0" dirty="0">
                <a:solidFill>
                  <a:srgbClr val="FFFFFF"/>
                </a:solidFill>
              </a:rPr>
              <a:t>Project 3</a:t>
            </a:r>
          </a:p>
        </p:txBody>
      </p:sp>
      <p:sp>
        <p:nvSpPr>
          <p:cNvPr id="52" name="Rectangle: Rounded Corners 51">
            <a:extLst>
              <a:ext uri="{FF2B5EF4-FFF2-40B4-BE49-F238E27FC236}">
                <a16:creationId xmlns:a16="http://schemas.microsoft.com/office/drawing/2014/main" id="{D5D10901-5090-CE56-684B-43B49F3D5881}"/>
              </a:ext>
            </a:extLst>
          </p:cNvPr>
          <p:cNvSpPr/>
          <p:nvPr/>
        </p:nvSpPr>
        <p:spPr>
          <a:xfrm>
            <a:off x="8639497" y="3229959"/>
            <a:ext cx="1226479" cy="3483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570"/>
            <a:endParaRPr lang="en-US" sz="2400">
              <a:solidFill>
                <a:srgbClr val="FFFFFF"/>
              </a:solidFill>
              <a:latin typeface="Arial" panose="020B0604020202020204"/>
            </a:endParaRPr>
          </a:p>
        </p:txBody>
      </p:sp>
      <p:sp>
        <p:nvSpPr>
          <p:cNvPr id="17" name="Text Box 31">
            <a:extLst>
              <a:ext uri="{FF2B5EF4-FFF2-40B4-BE49-F238E27FC236}">
                <a16:creationId xmlns:a16="http://schemas.microsoft.com/office/drawing/2014/main" id="{A0106EE8-533B-07AF-E30F-99D15650BD79}"/>
              </a:ext>
            </a:extLst>
          </p:cNvPr>
          <p:cNvSpPr txBox="1">
            <a:spLocks noChangeArrowheads="1"/>
          </p:cNvSpPr>
          <p:nvPr/>
        </p:nvSpPr>
        <p:spPr bwMode="auto">
          <a:xfrm>
            <a:off x="8773277" y="3233939"/>
            <a:ext cx="958916" cy="318100"/>
          </a:xfrm>
          <a:prstGeom prst="rect">
            <a:avLst/>
          </a:prstGeom>
          <a:noFill/>
          <a:ln>
            <a:noFill/>
          </a:ln>
          <a:effectLst/>
          <a:extLst>
            <a:ext uri="{909E8E84-426E-40DD-AFC4-6F175D3DCCD1}">
              <a14:hiddenFill xmlns:a14="http://schemas.microsoft.com/office/drawing/2010/main">
                <a:solidFill>
                  <a:srgbClr val="1634CA"/>
                </a:solidFill>
              </a14:hiddenFill>
            </a:ext>
            <a:ext uri="{91240B29-F687-4F45-9708-019B960494DF}">
              <a14:hiddenLine xmlns:a14="http://schemas.microsoft.com/office/drawing/2010/main" w="12700">
                <a:solidFill>
                  <a:schemeClr val="hlink"/>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4000"/>
              </a:lnSpc>
              <a:spcBef>
                <a:spcPct val="125000"/>
              </a:spcBef>
              <a:buClr>
                <a:srgbClr val="FF9933"/>
              </a:buClr>
              <a:buSzPct val="80000"/>
              <a:buFont typeface="Wingdings" panose="05000000000000000000" pitchFamily="2" charset="2"/>
              <a:buBlip>
                <a:blip r:embed="rId3"/>
              </a:buBlip>
              <a:defRPr sz="2200" b="1">
                <a:solidFill>
                  <a:srgbClr val="0000CC"/>
                </a:solidFill>
                <a:latin typeface="Arial" panose="020B0604020202020204" pitchFamily="34" charset="0"/>
              </a:defRPr>
            </a:lvl1pPr>
            <a:lvl2pPr marL="742950" indent="-285750">
              <a:lnSpc>
                <a:spcPct val="94000"/>
              </a:lnSpc>
              <a:spcBef>
                <a:spcPct val="50000"/>
              </a:spcBef>
              <a:buClr>
                <a:schemeClr val="hlink"/>
              </a:buClr>
              <a:buChar char="•"/>
              <a:defRPr sz="2000" b="1">
                <a:solidFill>
                  <a:srgbClr val="0000CC"/>
                </a:solidFill>
                <a:latin typeface="Arial" panose="020B0604020202020204" pitchFamily="34" charset="0"/>
              </a:defRPr>
            </a:lvl2pPr>
            <a:lvl3pPr marL="1143000" indent="-228600">
              <a:lnSpc>
                <a:spcPct val="94000"/>
              </a:lnSpc>
              <a:spcBef>
                <a:spcPct val="34000"/>
              </a:spcBef>
              <a:buClr>
                <a:schemeClr val="tx2"/>
              </a:buClr>
              <a:buSzPct val="100000"/>
              <a:buFont typeface="Arial" panose="020B0604020202020204" pitchFamily="34" charset="0"/>
              <a:buChar char="−"/>
              <a:defRPr b="1">
                <a:solidFill>
                  <a:srgbClr val="0000CC"/>
                </a:solidFill>
                <a:latin typeface="Arial" panose="020B0604020202020204" pitchFamily="34" charset="0"/>
              </a:defRPr>
            </a:lvl3pPr>
            <a:lvl4pPr marL="1600200" indent="-228600">
              <a:spcBef>
                <a:spcPct val="20000"/>
              </a:spcBef>
              <a:buSzPct val="75000"/>
              <a:buFont typeface="Times New Roman" panose="02020603050405020304" pitchFamily="18" charset="0"/>
              <a:buChar char="♦"/>
              <a:defRPr>
                <a:solidFill>
                  <a:srgbClr val="0000CC"/>
                </a:solidFill>
                <a:latin typeface="Arial" panose="020B0604020202020204" pitchFamily="34" charset="0"/>
              </a:defRPr>
            </a:lvl4pPr>
            <a:lvl5pPr marL="2057400" indent="-228600">
              <a:spcBef>
                <a:spcPct val="20000"/>
              </a:spcBef>
              <a:buSzPct val="100000"/>
              <a:buChar char="•"/>
              <a:defRPr sz="1600">
                <a:solidFill>
                  <a:srgbClr val="0000CC"/>
                </a:solidFill>
                <a:latin typeface="Arial" panose="020B0604020202020204" pitchFamily="34" charset="0"/>
              </a:defRPr>
            </a:lvl5pPr>
            <a:lvl6pPr marL="25146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6pPr>
            <a:lvl7pPr marL="29718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7pPr>
            <a:lvl8pPr marL="34290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8pPr>
            <a:lvl9pPr marL="3886200" indent="-228600" eaLnBrk="0" fontAlgn="base" hangingPunct="0">
              <a:spcBef>
                <a:spcPct val="20000"/>
              </a:spcBef>
              <a:spcAft>
                <a:spcPct val="0"/>
              </a:spcAft>
              <a:buSzPct val="100000"/>
              <a:buChar char="•"/>
              <a:defRPr sz="1600">
                <a:solidFill>
                  <a:srgbClr val="0000CC"/>
                </a:solidFill>
                <a:latin typeface="Arial" panose="020B0604020202020204" pitchFamily="34" charset="0"/>
              </a:defRPr>
            </a:lvl9pPr>
          </a:lstStyle>
          <a:p>
            <a:pPr algn="ctr" defTabSz="1219170" eaLnBrk="0" fontAlgn="base" hangingPunct="0">
              <a:lnSpc>
                <a:spcPct val="100000"/>
              </a:lnSpc>
              <a:spcBef>
                <a:spcPct val="0"/>
              </a:spcBef>
              <a:spcAft>
                <a:spcPct val="0"/>
              </a:spcAft>
              <a:buClrTx/>
              <a:buSzTx/>
              <a:buNone/>
              <a:defRPr/>
            </a:pPr>
            <a:r>
              <a:rPr lang="en-US" altLang="en-US" sz="1467" b="0" kern="0" dirty="0">
                <a:solidFill>
                  <a:srgbClr val="FFFFFF"/>
                </a:solidFill>
              </a:rPr>
              <a:t>Project N</a:t>
            </a:r>
          </a:p>
        </p:txBody>
      </p:sp>
    </p:spTree>
    <p:extLst>
      <p:ext uri="{BB962C8B-B14F-4D97-AF65-F5344CB8AC3E}">
        <p14:creationId xmlns:p14="http://schemas.microsoft.com/office/powerpoint/2010/main" val="3414609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758D8-5E9C-44C6-3D5B-D040EB8C1C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DC75DC-9D43-A717-9548-1FFE99840E35}"/>
              </a:ext>
            </a:extLst>
          </p:cNvPr>
          <p:cNvSpPr>
            <a:spLocks noGrp="1"/>
          </p:cNvSpPr>
          <p:nvPr>
            <p:ph sz="quarter" idx="10"/>
          </p:nvPr>
        </p:nvSpPr>
        <p:spPr>
          <a:xfrm>
            <a:off x="505618" y="1518561"/>
            <a:ext cx="11276567" cy="4708068"/>
          </a:xfrm>
        </p:spPr>
        <p:txBody>
          <a:bodyPr/>
          <a:lstStyle/>
          <a:p>
            <a:r>
              <a:rPr lang="en-US" dirty="0"/>
              <a:t>Prioritized assessment of AMS-related needs, updated annually</a:t>
            </a:r>
          </a:p>
          <a:p>
            <a:r>
              <a:rPr lang="en-US" dirty="0"/>
              <a:t>Rapid conversion of needs into actionable federal projects</a:t>
            </a:r>
          </a:p>
          <a:p>
            <a:r>
              <a:rPr lang="en-US" dirty="0"/>
              <a:t>Venue and mechanism for rapid sharing of CAV AMS guidance and best practices</a:t>
            </a:r>
          </a:p>
          <a:p>
            <a:r>
              <a:rPr lang="en-US" dirty="0"/>
              <a:t>Creates data sets of potentially lasting value, which the community can anticipate and rapidly access/utilize</a:t>
            </a:r>
          </a:p>
          <a:p>
            <a:r>
              <a:rPr lang="en-US" dirty="0"/>
              <a:t>Results in targeted case studies and behavioral research relevant to the CAV AMS software development community</a:t>
            </a:r>
          </a:p>
        </p:txBody>
      </p:sp>
      <p:sp>
        <p:nvSpPr>
          <p:cNvPr id="3" name="Slide Number Placeholder 2">
            <a:extLst>
              <a:ext uri="{FF2B5EF4-FFF2-40B4-BE49-F238E27FC236}">
                <a16:creationId xmlns:a16="http://schemas.microsoft.com/office/drawing/2014/main" id="{9F8301DE-821F-18A3-D69E-9D7667B3CED7}"/>
              </a:ext>
            </a:extLst>
          </p:cNvPr>
          <p:cNvSpPr>
            <a:spLocks noGrp="1"/>
          </p:cNvSpPr>
          <p:nvPr>
            <p:ph type="sldNum" sz="quarter" idx="11"/>
          </p:nvPr>
        </p:nvSpPr>
        <p:spPr/>
        <p:txBody>
          <a:bodyPr/>
          <a:lstStyle/>
          <a:p>
            <a:pPr defTabSz="609570"/>
            <a:fld id="{2AA54F96-7B9E-AE40-B001-B6CE5D33BA91}" type="slidenum">
              <a:rPr lang="en-US">
                <a:solidFill>
                  <a:srgbClr val="000000"/>
                </a:solidFill>
              </a:rPr>
              <a:pPr defTabSz="609570"/>
              <a:t>13</a:t>
            </a:fld>
            <a:endParaRPr lang="en-US">
              <a:solidFill>
                <a:srgbClr val="000000"/>
              </a:solidFill>
            </a:endParaRPr>
          </a:p>
        </p:txBody>
      </p:sp>
      <p:sp>
        <p:nvSpPr>
          <p:cNvPr id="4" name="Title 3">
            <a:extLst>
              <a:ext uri="{FF2B5EF4-FFF2-40B4-BE49-F238E27FC236}">
                <a16:creationId xmlns:a16="http://schemas.microsoft.com/office/drawing/2014/main" id="{58AB1509-ED44-3452-F803-58A44D25CF99}"/>
              </a:ext>
            </a:extLst>
          </p:cNvPr>
          <p:cNvSpPr>
            <a:spLocks noGrp="1"/>
          </p:cNvSpPr>
          <p:nvPr>
            <p:ph type="title"/>
          </p:nvPr>
        </p:nvSpPr>
        <p:spPr>
          <a:xfrm>
            <a:off x="409816" y="438557"/>
            <a:ext cx="11372369" cy="881100"/>
          </a:xfrm>
        </p:spPr>
        <p:txBody>
          <a:bodyPr>
            <a:normAutofit fontScale="90000"/>
          </a:bodyPr>
          <a:lstStyle/>
          <a:p>
            <a:r>
              <a:rPr lang="en-US" sz="4267" dirty="0"/>
              <a:t>Benefits of a CAV AMS Community Engagement</a:t>
            </a:r>
          </a:p>
        </p:txBody>
      </p:sp>
    </p:spTree>
    <p:extLst>
      <p:ext uri="{BB962C8B-B14F-4D97-AF65-F5344CB8AC3E}">
        <p14:creationId xmlns:p14="http://schemas.microsoft.com/office/powerpoint/2010/main" val="33476654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25D8DC2E-31DE-C184-A614-EBB622842CCD}"/>
              </a:ext>
            </a:extLst>
          </p:cNvPr>
          <p:cNvPicPr>
            <a:picLocks noChangeAspect="1"/>
          </p:cNvPicPr>
          <p:nvPr/>
        </p:nvPicPr>
        <p:blipFill>
          <a:blip r:embed="rId3"/>
          <a:srcRect t="4127" b="4127"/>
          <a:stretch/>
        </p:blipFill>
        <p:spPr>
          <a:xfrm>
            <a:off x="0" y="0"/>
            <a:ext cx="12192000" cy="6291899"/>
          </a:xfrm>
          <a:prstGeom prst="rect">
            <a:avLst/>
          </a:prstGeom>
        </p:spPr>
      </p:pic>
      <p:sp>
        <p:nvSpPr>
          <p:cNvPr id="4" name="Slide Number Placeholder 3">
            <a:extLst>
              <a:ext uri="{FF2B5EF4-FFF2-40B4-BE49-F238E27FC236}">
                <a16:creationId xmlns:a16="http://schemas.microsoft.com/office/drawing/2014/main" id="{A7C3A0D3-F8B8-404A-8819-78DF0235DB48}"/>
              </a:ext>
            </a:extLst>
          </p:cNvPr>
          <p:cNvSpPr>
            <a:spLocks noGrp="1"/>
          </p:cNvSpPr>
          <p:nvPr>
            <p:ph type="sldNum" sz="quarter" idx="10"/>
          </p:nvPr>
        </p:nvSpPr>
        <p:spPr/>
        <p:txBody>
          <a:bodyPr/>
          <a:lstStyle/>
          <a:p>
            <a:pPr defTabSz="609570"/>
            <a:fld id="{2AA54F96-7B9E-AE40-B001-B6CE5D33BA91}" type="slidenum">
              <a:rPr lang="en-US">
                <a:solidFill>
                  <a:srgbClr val="000000"/>
                </a:solidFill>
              </a:rPr>
              <a:pPr defTabSz="609570"/>
              <a:t>14</a:t>
            </a:fld>
            <a:endParaRPr lang="en-US">
              <a:solidFill>
                <a:srgbClr val="000000"/>
              </a:solidFill>
            </a:endParaRPr>
          </a:p>
        </p:txBody>
      </p:sp>
      <p:sp>
        <p:nvSpPr>
          <p:cNvPr id="10" name="TextBox 9">
            <a:extLst>
              <a:ext uri="{FF2B5EF4-FFF2-40B4-BE49-F238E27FC236}">
                <a16:creationId xmlns:a16="http://schemas.microsoft.com/office/drawing/2014/main" id="{A0A6C2B9-F1E6-4651-1E97-3387CAE94C45}"/>
              </a:ext>
            </a:extLst>
          </p:cNvPr>
          <p:cNvSpPr txBox="1"/>
          <p:nvPr/>
        </p:nvSpPr>
        <p:spPr>
          <a:xfrm flipH="1">
            <a:off x="461976" y="1207865"/>
            <a:ext cx="4052808" cy="2390719"/>
          </a:xfrm>
          <a:prstGeom prst="rect">
            <a:avLst/>
          </a:prstGeom>
          <a:noFill/>
        </p:spPr>
        <p:txBody>
          <a:bodyPr wrap="square" rtlCol="0" anchor="ctr" anchorCtr="0">
            <a:spAutoFit/>
          </a:bodyPr>
          <a:lstStyle/>
          <a:p>
            <a:pPr defTabSz="609570"/>
            <a:r>
              <a:rPr lang="en-US" sz="3200" b="1" dirty="0">
                <a:solidFill>
                  <a:srgbClr val="000000"/>
                </a:solidFill>
                <a:latin typeface="Arial" panose="020B0604020202020204"/>
              </a:rPr>
              <a:t>Karl Wunderlich</a:t>
            </a:r>
          </a:p>
          <a:p>
            <a:pPr defTabSz="609570"/>
            <a:r>
              <a:rPr lang="en-US" sz="1867" dirty="0">
                <a:solidFill>
                  <a:srgbClr val="000000"/>
                </a:solidFill>
                <a:latin typeface="Arial" panose="020B0604020202020204"/>
              </a:rPr>
              <a:t>Director, Surface Transportation Systems</a:t>
            </a:r>
          </a:p>
          <a:p>
            <a:pPr defTabSz="609570"/>
            <a:r>
              <a:rPr lang="en-US" sz="1867" dirty="0">
                <a:solidFill>
                  <a:srgbClr val="000000"/>
                </a:solidFill>
                <a:latin typeface="Arial" panose="020B0604020202020204"/>
              </a:rPr>
              <a:t>Director, Autonomous Systems Research Center</a:t>
            </a:r>
          </a:p>
          <a:p>
            <a:pPr defTabSz="609570"/>
            <a:r>
              <a:rPr lang="en-US" sz="1867" u="sng" dirty="0">
                <a:solidFill>
                  <a:srgbClr val="000000"/>
                </a:solidFill>
                <a:latin typeface="Arial" panose="020B0604020202020204"/>
                <a:hlinkClick r:id="rId4"/>
              </a:rPr>
              <a:t>Autonomous Systems | Noblis</a:t>
            </a:r>
            <a:endParaRPr lang="en-US" sz="1867" u="sng" dirty="0">
              <a:solidFill>
                <a:srgbClr val="000000"/>
              </a:solidFill>
              <a:latin typeface="Arial" panose="020B0604020202020204"/>
            </a:endParaRPr>
          </a:p>
          <a:p>
            <a:pPr defTabSz="609570"/>
            <a:r>
              <a:rPr lang="en-US" sz="2400" dirty="0">
                <a:solidFill>
                  <a:srgbClr val="000000"/>
                </a:solidFill>
                <a:latin typeface="Arial" panose="020B0604020202020204"/>
              </a:rPr>
              <a:t>Karl.Wunderlich@noblis.org</a:t>
            </a:r>
            <a:endParaRPr lang="en-US" sz="2667" dirty="0">
              <a:solidFill>
                <a:srgbClr val="000000"/>
              </a:solidFill>
              <a:latin typeface="Arial" panose="020B0604020202020204"/>
            </a:endParaRPr>
          </a:p>
        </p:txBody>
      </p:sp>
      <p:sp>
        <p:nvSpPr>
          <p:cNvPr id="7" name="TextBox 6">
            <a:extLst>
              <a:ext uri="{FF2B5EF4-FFF2-40B4-BE49-F238E27FC236}">
                <a16:creationId xmlns:a16="http://schemas.microsoft.com/office/drawing/2014/main" id="{DEB0171A-CF3C-C082-B0F6-EC0F777531E3}"/>
              </a:ext>
            </a:extLst>
          </p:cNvPr>
          <p:cNvSpPr txBox="1"/>
          <p:nvPr/>
        </p:nvSpPr>
        <p:spPr>
          <a:xfrm flipH="1">
            <a:off x="1926824" y="5254996"/>
            <a:ext cx="4052809" cy="379656"/>
          </a:xfrm>
          <a:prstGeom prst="rect">
            <a:avLst/>
          </a:prstGeom>
          <a:noFill/>
        </p:spPr>
        <p:txBody>
          <a:bodyPr wrap="square" rtlCol="0">
            <a:spAutoFit/>
          </a:bodyPr>
          <a:lstStyle/>
          <a:p>
            <a:pPr defTabSz="609570"/>
            <a:r>
              <a:rPr lang="en-US" sz="1867" dirty="0">
                <a:solidFill>
                  <a:srgbClr val="000000"/>
                </a:solidFill>
                <a:latin typeface="Arial" panose="020B0604020202020204"/>
              </a:rPr>
              <a:t>Visit </a:t>
            </a:r>
            <a:r>
              <a:rPr lang="en-US" sz="1867" b="1" dirty="0" err="1">
                <a:solidFill>
                  <a:srgbClr val="000000"/>
                </a:solidFill>
                <a:latin typeface="Arial" panose="020B0604020202020204"/>
              </a:rPr>
              <a:t>noblis.org</a:t>
            </a:r>
            <a:endParaRPr lang="en-US" sz="1867" dirty="0">
              <a:solidFill>
                <a:srgbClr val="000000"/>
              </a:solidFill>
              <a:latin typeface="Arial" panose="020B0604020202020204"/>
            </a:endParaRPr>
          </a:p>
        </p:txBody>
      </p:sp>
      <p:pic>
        <p:nvPicPr>
          <p:cNvPr id="8" name="Picture 7">
            <a:extLst>
              <a:ext uri="{FF2B5EF4-FFF2-40B4-BE49-F238E27FC236}">
                <a16:creationId xmlns:a16="http://schemas.microsoft.com/office/drawing/2014/main" id="{31F09C4D-F369-781B-9876-F9807DEC2DAA}"/>
              </a:ext>
            </a:extLst>
          </p:cNvPr>
          <p:cNvPicPr>
            <a:picLocks noChangeAspect="1"/>
          </p:cNvPicPr>
          <p:nvPr/>
        </p:nvPicPr>
        <p:blipFill>
          <a:blip r:embed="rId5">
            <a:biLevel thresh="50000"/>
          </a:blip>
          <a:srcRect/>
          <a:stretch/>
        </p:blipFill>
        <p:spPr>
          <a:xfrm>
            <a:off x="913867" y="4594537"/>
            <a:ext cx="975360" cy="975360"/>
          </a:xfrm>
          <a:prstGeom prst="rect">
            <a:avLst/>
          </a:prstGeom>
        </p:spPr>
      </p:pic>
    </p:spTree>
    <p:extLst>
      <p:ext uri="{BB962C8B-B14F-4D97-AF65-F5344CB8AC3E}">
        <p14:creationId xmlns:p14="http://schemas.microsoft.com/office/powerpoint/2010/main" val="23779156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9c91ek66ez1if9hmxe8z91bjno1qzj"/>
</p:tagLst>
</file>

<file path=ppt/theme/theme1.xml><?xml version="1.0" encoding="utf-8"?>
<a:theme xmlns:a="http://schemas.openxmlformats.org/drawingml/2006/main" name="TFHRC Main">
  <a:themeElements>
    <a:clrScheme name="FHWA">
      <a:dk1>
        <a:sysClr val="windowText" lastClr="000000"/>
      </a:dk1>
      <a:lt1>
        <a:sysClr val="window" lastClr="FFFFFF"/>
      </a:lt1>
      <a:dk2>
        <a:srgbClr val="1C3B6B"/>
      </a:dk2>
      <a:lt2>
        <a:srgbClr val="1C6EA8"/>
      </a:lt2>
      <a:accent1>
        <a:srgbClr val="036068"/>
      </a:accent1>
      <a:accent2>
        <a:srgbClr val="344C5E"/>
      </a:accent2>
      <a:accent3>
        <a:srgbClr val="871A0F"/>
      </a:accent3>
      <a:accent4>
        <a:srgbClr val="083B2D"/>
      </a:accent4>
      <a:accent5>
        <a:srgbClr val="FFC000"/>
      </a:accent5>
      <a:accent6>
        <a:srgbClr val="7AC143"/>
      </a:accent6>
      <a:hlink>
        <a:srgbClr val="0076AD"/>
      </a:hlink>
      <a:folHlink>
        <a:srgbClr val="00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HRC_PowerPoint PresentationTemplateFINAL_10.07.2021.potx  -  Read-Only" id="{146EA4DE-019E-4886-B8ED-F44D813BD5C3}" vid="{2CF858D0-4DF6-475F-B18B-F345C5D1BFCF}"/>
    </a:ext>
  </a:extLst>
</a:theme>
</file>

<file path=ppt/theme/theme2.xml><?xml version="1.0" encoding="utf-8"?>
<a:theme xmlns:a="http://schemas.openxmlformats.org/drawingml/2006/main" name="1_Infrastructure">
  <a:themeElements>
    <a:clrScheme name="FHWA Main">
      <a:dk1>
        <a:sysClr val="windowText" lastClr="000000"/>
      </a:dk1>
      <a:lt1>
        <a:sysClr val="window" lastClr="FFFFFF"/>
      </a:lt1>
      <a:dk2>
        <a:srgbClr val="1C3B6B"/>
      </a:dk2>
      <a:lt2>
        <a:srgbClr val="1C6EA8"/>
      </a:lt2>
      <a:accent1>
        <a:srgbClr val="FFCF01"/>
      </a:accent1>
      <a:accent2>
        <a:srgbClr val="036068"/>
      </a:accent2>
      <a:accent3>
        <a:srgbClr val="591F6D"/>
      </a:accent3>
      <a:accent4>
        <a:srgbClr val="871A0F"/>
      </a:accent4>
      <a:accent5>
        <a:srgbClr val="344C5E"/>
      </a:accent5>
      <a:accent6>
        <a:srgbClr val="083B2D"/>
      </a:accent6>
      <a:hlink>
        <a:srgbClr val="0076AD"/>
      </a:hlink>
      <a:folHlink>
        <a:srgbClr val="00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HRC PowerPoint Presentation Template_FINAL_09082021.potx" id="{BA039D5D-A7C6-4AB6-AA23-8EB40F181B2A}" vid="{7716F3F9-FC67-4EAC-99E1-54950645057F}"/>
    </a:ext>
  </a:extLst>
</a:theme>
</file>

<file path=ppt/theme/theme3.xml><?xml version="1.0" encoding="utf-8"?>
<a:theme xmlns:a="http://schemas.openxmlformats.org/drawingml/2006/main" name="Noblis External">
  <a:themeElements>
    <a:clrScheme name="Noblis">
      <a:dk1>
        <a:srgbClr val="000000"/>
      </a:dk1>
      <a:lt1>
        <a:srgbClr val="FFFFFF"/>
      </a:lt1>
      <a:dk2>
        <a:srgbClr val="2E5B78"/>
      </a:dk2>
      <a:lt2>
        <a:srgbClr val="E3F3FF"/>
      </a:lt2>
      <a:accent1>
        <a:srgbClr val="93C843"/>
      </a:accent1>
      <a:accent2>
        <a:srgbClr val="0059FF"/>
      </a:accent2>
      <a:accent3>
        <a:srgbClr val="79A7C3"/>
      </a:accent3>
      <a:accent4>
        <a:srgbClr val="1C3E54"/>
      </a:accent4>
      <a:accent5>
        <a:srgbClr val="EFBF04"/>
      </a:accent5>
      <a:accent6>
        <a:srgbClr val="BABCBB"/>
      </a:accent6>
      <a:hlink>
        <a:srgbClr val="0563C1"/>
      </a:hlink>
      <a:folHlink>
        <a:srgbClr val="91919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blis PowerPoint Template 2024" id="{95200965-0D9B-8E47-A28C-30050F3D581F}" vid="{CB396556-F7F0-454F-BB82-DD4D39D1ADD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40FE3E9F31ADD45BE399197811958C4" ma:contentTypeVersion="12" ma:contentTypeDescription="Create a new document." ma:contentTypeScope="" ma:versionID="3ffce0fd73f884074c8e2268e6140225">
  <xsd:schema xmlns:xsd="http://www.w3.org/2001/XMLSchema" xmlns:xs="http://www.w3.org/2001/XMLSchema" xmlns:p="http://schemas.microsoft.com/office/2006/metadata/properties" xmlns:ns2="57908dfb-be13-4fae-8d01-14fd7185451b" xmlns:ns3="bf75b9a7-d0d1-434c-8d8e-feb19037982b" targetNamespace="http://schemas.microsoft.com/office/2006/metadata/properties" ma:root="true" ma:fieldsID="76975b6ee7987180d91a47d8c7e12fbc" ns2:_="" ns3:_="">
    <xsd:import namespace="57908dfb-be13-4fae-8d01-14fd7185451b"/>
    <xsd:import namespace="bf75b9a7-d0d1-434c-8d8e-feb19037982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908dfb-be13-4fae-8d01-14fd718545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e03786b-7b34-4d5f-a8ee-586c7f7c044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f75b9a7-d0d1-434c-8d8e-feb19037982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be2a04-e843-49c0-ab93-7ee9e4e12caa}" ma:internalName="TaxCatchAll" ma:showField="CatchAllData" ma:web="bf75b9a7-d0d1-434c-8d8e-feb19037982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7908dfb-be13-4fae-8d01-14fd7185451b">
      <Terms xmlns="http://schemas.microsoft.com/office/infopath/2007/PartnerControls"/>
    </lcf76f155ced4ddcb4097134ff3c332f>
    <TaxCatchAll xmlns="bf75b9a7-d0d1-434c-8d8e-feb19037982b" xsi:nil="true"/>
  </documentManagement>
</p:properties>
</file>

<file path=customXml/itemProps1.xml><?xml version="1.0" encoding="utf-8"?>
<ds:datastoreItem xmlns:ds="http://schemas.openxmlformats.org/officeDocument/2006/customXml" ds:itemID="{B4FF8704-522E-4A45-B86F-2836CFEFBE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7908dfb-be13-4fae-8d01-14fd7185451b"/>
    <ds:schemaRef ds:uri="bf75b9a7-d0d1-434c-8d8e-feb1903798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ECCEE0A-0347-4F69-9BA9-D1E61F687F31}">
  <ds:schemaRefs>
    <ds:schemaRef ds:uri="http://schemas.microsoft.com/sharepoint/v3/contenttype/forms"/>
  </ds:schemaRefs>
</ds:datastoreItem>
</file>

<file path=customXml/itemProps3.xml><?xml version="1.0" encoding="utf-8"?>
<ds:datastoreItem xmlns:ds="http://schemas.openxmlformats.org/officeDocument/2006/customXml" ds:itemID="{5A061377-2FCE-4271-8A5A-270F32E2C309}">
  <ds:schemaRefs>
    <ds:schemaRef ds:uri="http://schemas.microsoft.com/office/2006/documentManagement/types"/>
    <ds:schemaRef ds:uri="http://purl.org/dc/dcmitype/"/>
    <ds:schemaRef ds:uri="57908dfb-be13-4fae-8d01-14fd7185451b"/>
    <ds:schemaRef ds:uri="http://purl.org/dc/elements/1.1/"/>
    <ds:schemaRef ds:uri="bf75b9a7-d0d1-434c-8d8e-feb19037982b"/>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3ce0b61c-3e9d-4790-85f1-d44a713bf642}" enabled="0" method="" siteId="{3ce0b61c-3e9d-4790-85f1-d44a713bf642}" removed="1"/>
</clbl:labelList>
</file>

<file path=docProps/app.xml><?xml version="1.0" encoding="utf-8"?>
<Properties xmlns="http://schemas.openxmlformats.org/officeDocument/2006/extended-properties" xmlns:vt="http://schemas.openxmlformats.org/officeDocument/2006/docPropsVTypes">
  <Template>V2X Deployment Plan for NTCIP</Template>
  <TotalTime>498</TotalTime>
  <Words>878</Words>
  <Application>Microsoft Office PowerPoint</Application>
  <PresentationFormat>Widescreen</PresentationFormat>
  <Paragraphs>140</Paragraphs>
  <Slides>14</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14</vt:i4>
      </vt:variant>
    </vt:vector>
  </HeadingPairs>
  <TitlesOfParts>
    <vt:vector size="25" baseType="lpstr">
      <vt:lpstr>Arial</vt:lpstr>
      <vt:lpstr>Calibri</vt:lpstr>
      <vt:lpstr>Courier New</vt:lpstr>
      <vt:lpstr>Helvetica Neue</vt:lpstr>
      <vt:lpstr>Roboto</vt:lpstr>
      <vt:lpstr>System Font Regular</vt:lpstr>
      <vt:lpstr>Wingdings</vt:lpstr>
      <vt:lpstr>Wingdings 3</vt:lpstr>
      <vt:lpstr>TFHRC Main</vt:lpstr>
      <vt:lpstr>1_Infrastructure</vt:lpstr>
      <vt:lpstr>Noblis External</vt:lpstr>
      <vt:lpstr>Advancing ITS AMS Through Community Action: A 21st Century Perspective</vt:lpstr>
      <vt:lpstr>AMS Community Building: Impact (and Implications) of the Next Generation Simulation (NGSIM) Program</vt:lpstr>
      <vt:lpstr>Pre-NGSIM Program ITS AMS Market: Fundamental Flaws</vt:lpstr>
      <vt:lpstr>NGSIM Algorithm Prioritization</vt:lpstr>
      <vt:lpstr>Envisioned NGSIM Impact: Enhanced Tools and Better Decision Support</vt:lpstr>
      <vt:lpstr>Decades Later: NGSIM Data Sets Continue to Generate Value</vt:lpstr>
      <vt:lpstr>22 Years After the NGSIM Community Workshop: What NGSIM Accomplished and What It Did Not</vt:lpstr>
      <vt:lpstr>Revisiting the Post-NGSIM AMS Market: Improved, But Neither Tools Nor Market Are “Perfect”</vt:lpstr>
      <vt:lpstr>2023 Connected and Automated Vehicle AMS Workshops:  Top Challenges</vt:lpstr>
      <vt:lpstr>2023 CAV/AMS Workshops:  Top Actions</vt:lpstr>
      <vt:lpstr>22 Years After the NGSIM Community Workshop: ITS AMS Needs Summary</vt:lpstr>
      <vt:lpstr>Hypothesis: An Engaged ITS AMS Community Can Create Sustained Impact on CAV Needs</vt:lpstr>
      <vt:lpstr>Benefits of a CAV AMS Community Engagement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Migliore, Marisa (FHWA)</dc:creator>
  <cp:lastModifiedBy>Grahn, Rick</cp:lastModifiedBy>
  <cp:revision>6</cp:revision>
  <cp:lastPrinted>2025-12-01T23:19:55Z</cp:lastPrinted>
  <dcterms:created xsi:type="dcterms:W3CDTF">2024-04-23T21:02:12Z</dcterms:created>
  <dcterms:modified xsi:type="dcterms:W3CDTF">2025-12-19T16:59:59Z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0x010100040FE3E9F31ADD45BE399197811958C4</vt:lpwstr>
  </property>
  <property fmtid="{D5CDD505-2E9C-101B-9397-08002B2CF9AE}" pid="3" name="_dlc_DocIdItemGuid">
    <vt:lpwstr>942ce7c8-bb22-46e3-a552-48424b3581b3</vt:lpwstr>
  </property>
  <property fmtid="{D5CDD505-2E9C-101B-9397-08002B2CF9AE}" pid="4" name="MediaServiceImageTags">
    <vt:lpwstr/>
  </property>
</Properties>
</file>