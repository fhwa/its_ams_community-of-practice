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4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1" autoAdjust="0"/>
    <p:restoredTop sz="94660"/>
  </p:normalViewPr>
  <p:slideViewPr>
    <p:cSldViewPr snapToGrid="0">
      <p:cViewPr varScale="1">
        <p:scale>
          <a:sx n="86" d="100"/>
          <a:sy n="86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1111F-BF46-410D-84D3-31E00484C77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9B456-8CE4-4663-BD53-D410E2660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7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55CF2-256D-44FD-9430-5B63A079CF5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0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55CF2-256D-44FD-9430-5B63A079CF5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4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55CF2-256D-44FD-9430-5B63A079CF5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8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55CF2-256D-44FD-9430-5B63A079CF5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87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F1B6-2D35-0B89-C235-16056E21A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14A68-9FA0-DD82-0BB5-D81B0DB03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41F54-08CF-C7F1-5A44-8E49D3EC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1AA25-A83F-053F-15A1-5D40EF1C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9DDA7-8165-20ED-F637-04395CFF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4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C424-06F4-747C-0DB9-5BDA0EB3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EDDA2-0FF4-9151-30DF-AD69BBBD6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68634-20BC-4861-46B6-EEDB92F4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20431-8A35-BB71-66DD-0182BD5D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B964A-B486-69BC-DE9D-3BCE49BD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3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17EC7-E28A-9FB0-40BC-1DB4196C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EE60D-CE06-462B-3E8F-F9C63419A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6EA35-42A1-85D3-7CC6-959A58FC2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9FA57-D766-92D9-C9C0-562352AA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F04DA-C196-0AFB-D091-6E414ABE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8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815A-B44F-1CF8-F560-1E14EDC1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089E1-FBC7-8312-41D2-49684A4AA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34F15-89BB-500B-4E3B-48E08606D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8E96-F208-50F7-D128-F1763C04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B7183-B1EF-B5A1-8053-399E26B7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BF947-A32C-E073-7EC6-CA18C48C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3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210D-ABE8-AD4E-5B1F-2E4D2F2A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1588F-4446-BE9E-23FA-EE346CDAF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17952-14FD-E7B0-F4B0-C74E84224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52D54-1F23-3BF0-C0D7-ADD15472D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1024B-7357-8CB6-C040-BF7F041E6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FE7C7-1627-62C2-F9EA-3D6F07B6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D8091-3D33-4D92-43AD-2839A960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0F2AB-641A-02DF-26DD-8D5A2BE2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4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F00F-4F1D-21C7-BB5E-2241B689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65C98-5112-4AE5-2F3E-7C1CFD58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45887-B257-8D1C-3BA7-8DA5FFE4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F19B0-C025-C252-1631-EBAF8FA6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32818-55C1-15AD-3222-4461E49A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A4978-BD12-5C60-ED76-833CE7A7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D5ED3-D409-67F5-76F7-00764301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91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68F1-594A-F57F-7471-A37F0DFF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5234-AA8A-7853-9260-BD18BFF9C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98601-84FC-84C2-53C1-6720844F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95FC2-779E-9DA0-51D9-49EC3851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4F271-2747-C33B-8904-08A0B8F9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A4E16-5B5A-2B5A-0CF2-1FAB73F8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7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3707-24B8-CE3F-BC4D-2E016D14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D969C-E3B4-7875-8C5D-DCB8C27BA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27AEE-D4F9-3C3F-AC11-4E7DF441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7DBD6-0202-AA87-1FA6-B9F6EB2D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0079B-7549-3404-671E-0F9CF711C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25F00-0961-E9A3-98CC-F66AD2C6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7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C829-FD5B-F209-E53F-4C9B93BB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A042C-C9AD-D1B8-9BAE-33073B239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46712-5DCD-D80B-6300-DB9032E8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76572-C221-72A7-B09F-C0AAE964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FC667-1856-CB3A-DA5B-EB9D02DB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4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4579A-91A6-2915-7218-B746635A2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624D4-881E-1A13-5409-0F902603F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348FB-3CC9-EA77-7F80-4DF85024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3F7B3-EA8C-EC60-DF2B-D2616C3C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9C077-55E9-5A48-8F4A-77F5145B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9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4E5F4-670B-3DE4-F189-FBB8F1DE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3CDED-89A5-BAB5-DB0B-82516C194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0AD7B-084B-01FD-B243-E1E3681A0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077C9-E8A3-4AF5-825F-92AC67DFA39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B8751-9AE2-E6F1-9426-EEA54261D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39E46-D1DA-23B5-3A56-831477DE2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934C3-3B47-4BB6-B2A3-358B8A06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8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09">
            <a:extLst>
              <a:ext uri="{FF2B5EF4-FFF2-40B4-BE49-F238E27FC236}">
                <a16:creationId xmlns:a16="http://schemas.microsoft.com/office/drawing/2014/main" id="{CBE130A7-EA60-FC71-3AE5-D8C38E108C8E}"/>
              </a:ext>
            </a:extLst>
          </p:cNvPr>
          <p:cNvGrpSpPr/>
          <p:nvPr/>
        </p:nvGrpSpPr>
        <p:grpSpPr>
          <a:xfrm>
            <a:off x="4517188" y="2050836"/>
            <a:ext cx="3660472" cy="3239941"/>
            <a:chOff x="3578064" y="1199654"/>
            <a:chExt cx="5025363" cy="4522132"/>
          </a:xfrm>
        </p:grpSpPr>
        <p:sp>
          <p:nvSpPr>
            <p:cNvPr id="4" name="Freeform: Shape 85">
              <a:extLst>
                <a:ext uri="{FF2B5EF4-FFF2-40B4-BE49-F238E27FC236}">
                  <a16:creationId xmlns:a16="http://schemas.microsoft.com/office/drawing/2014/main" id="{2C17B165-E43B-6D4B-D1B4-AF5C0BACD5F5}"/>
                </a:ext>
              </a:extLst>
            </p:cNvPr>
            <p:cNvSpPr/>
            <p:nvPr/>
          </p:nvSpPr>
          <p:spPr>
            <a:xfrm>
              <a:off x="3578064" y="1199654"/>
              <a:ext cx="4801503" cy="4421876"/>
            </a:xfrm>
            <a:custGeom>
              <a:avLst/>
              <a:gdLst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1846673 w 4801503"/>
                <a:gd name="connsiteY3" fmla="*/ 3771200 h 4421876"/>
                <a:gd name="connsiteX4" fmla="*/ 1844306 w 4801503"/>
                <a:gd name="connsiteY4" fmla="*/ 3773543 h 4421876"/>
                <a:gd name="connsiteX5" fmla="*/ 1845552 w 4801503"/>
                <a:gd name="connsiteY5" fmla="*/ 3771296 h 4421876"/>
                <a:gd name="connsiteX6" fmla="*/ 4785281 w 4801503"/>
                <a:gd name="connsiteY6" fmla="*/ 3717141 h 4421876"/>
                <a:gd name="connsiteX7" fmla="*/ 4781119 w 4801503"/>
                <a:gd name="connsiteY7" fmla="*/ 3728655 h 4421876"/>
                <a:gd name="connsiteX8" fmla="*/ 4780741 w 4801503"/>
                <a:gd name="connsiteY8" fmla="*/ 3727560 h 4421876"/>
                <a:gd name="connsiteX9" fmla="*/ 4783602 w 4801503"/>
                <a:gd name="connsiteY9" fmla="*/ 3720277 h 4421876"/>
                <a:gd name="connsiteX10" fmla="*/ 4785281 w 4801503"/>
                <a:gd name="connsiteY10" fmla="*/ 3717141 h 4421876"/>
                <a:gd name="connsiteX11" fmla="*/ 272982 w 4801503"/>
                <a:gd name="connsiteY11" fmla="*/ 3663559 h 4421876"/>
                <a:gd name="connsiteX12" fmla="*/ 273767 w 4801503"/>
                <a:gd name="connsiteY12" fmla="*/ 3664343 h 4421876"/>
                <a:gd name="connsiteX13" fmla="*/ 273276 w 4801503"/>
                <a:gd name="connsiteY13" fmla="*/ 3664346 h 4421876"/>
                <a:gd name="connsiteX14" fmla="*/ 2892426 w 4801503"/>
                <a:gd name="connsiteY14" fmla="*/ 450 h 4421876"/>
                <a:gd name="connsiteX15" fmla="*/ 3104590 w 4801503"/>
                <a:gd name="connsiteY15" fmla="*/ 48651 h 4421876"/>
                <a:gd name="connsiteX16" fmla="*/ 3478331 w 4801503"/>
                <a:gd name="connsiteY16" fmla="*/ 332956 h 4421876"/>
                <a:gd name="connsiteX17" fmla="*/ 3793980 w 4801503"/>
                <a:gd name="connsiteY17" fmla="*/ 893155 h 4421876"/>
                <a:gd name="connsiteX18" fmla="*/ 3909462 w 4801503"/>
                <a:gd name="connsiteY18" fmla="*/ 1300266 h 4421876"/>
                <a:gd name="connsiteX19" fmla="*/ 3943942 w 4801503"/>
                <a:gd name="connsiteY19" fmla="*/ 1485619 h 4421876"/>
                <a:gd name="connsiteX20" fmla="*/ 3944345 w 4801503"/>
                <a:gd name="connsiteY20" fmla="*/ 1535301 h 4421876"/>
                <a:gd name="connsiteX21" fmla="*/ 3955188 w 4801503"/>
                <a:gd name="connsiteY21" fmla="*/ 2335498 h 4421876"/>
                <a:gd name="connsiteX22" fmla="*/ 3908995 w 4801503"/>
                <a:gd name="connsiteY22" fmla="*/ 2669430 h 4421876"/>
                <a:gd name="connsiteX23" fmla="*/ 3792814 w 4801503"/>
                <a:gd name="connsiteY23" fmla="*/ 3076542 h 4421876"/>
                <a:gd name="connsiteX24" fmla="*/ 3503993 w 4801503"/>
                <a:gd name="connsiteY24" fmla="*/ 3607090 h 4421876"/>
                <a:gd name="connsiteX25" fmla="*/ 3412541 w 4801503"/>
                <a:gd name="connsiteY25" fmla="*/ 3714546 h 4421876"/>
                <a:gd name="connsiteX26" fmla="*/ 3439837 w 4801503"/>
                <a:gd name="connsiteY26" fmla="*/ 3724219 h 4421876"/>
                <a:gd name="connsiteX27" fmla="*/ 3660302 w 4801503"/>
                <a:gd name="connsiteY27" fmla="*/ 3745247 h 4421876"/>
                <a:gd name="connsiteX28" fmla="*/ 3932092 w 4801503"/>
                <a:gd name="connsiteY28" fmla="*/ 3750925 h 4421876"/>
                <a:gd name="connsiteX29" fmla="*/ 4257540 w 4801503"/>
                <a:gd name="connsiteY29" fmla="*/ 3716438 h 4421876"/>
                <a:gd name="connsiteX30" fmla="*/ 4746762 w 4801503"/>
                <a:gd name="connsiteY30" fmla="*/ 3501107 h 4421876"/>
                <a:gd name="connsiteX31" fmla="*/ 4793654 w 4801503"/>
                <a:gd name="connsiteY31" fmla="*/ 3474821 h 4421876"/>
                <a:gd name="connsiteX32" fmla="*/ 4800285 w 4801503"/>
                <a:gd name="connsiteY32" fmla="*/ 3522537 h 4421876"/>
                <a:gd name="connsiteX33" fmla="*/ 4780764 w 4801503"/>
                <a:gd name="connsiteY33" fmla="*/ 3717361 h 4421876"/>
                <a:gd name="connsiteX34" fmla="*/ 4780307 w 4801503"/>
                <a:gd name="connsiteY34" fmla="*/ 3726303 h 4421876"/>
                <a:gd name="connsiteX35" fmla="*/ 4780741 w 4801503"/>
                <a:gd name="connsiteY35" fmla="*/ 3727560 h 4421876"/>
                <a:gd name="connsiteX36" fmla="*/ 4779657 w 4801503"/>
                <a:gd name="connsiteY36" fmla="*/ 3730317 h 4421876"/>
                <a:gd name="connsiteX37" fmla="*/ 4696370 w 4801503"/>
                <a:gd name="connsiteY37" fmla="*/ 3945228 h 4421876"/>
                <a:gd name="connsiteX38" fmla="*/ 4273871 w 4801503"/>
                <a:gd name="connsiteY38" fmla="*/ 4293250 h 4421876"/>
                <a:gd name="connsiteX39" fmla="*/ 3845772 w 4801503"/>
                <a:gd name="connsiteY39" fmla="*/ 4406173 h 4421876"/>
                <a:gd name="connsiteX40" fmla="*/ 3436571 w 4801503"/>
                <a:gd name="connsiteY40" fmla="*/ 4416477 h 4421876"/>
                <a:gd name="connsiteX41" fmla="*/ 2611635 w 4801503"/>
                <a:gd name="connsiteY41" fmla="*/ 4235211 h 4421876"/>
                <a:gd name="connsiteX42" fmla="*/ 2407099 w 4801503"/>
                <a:gd name="connsiteY42" fmla="*/ 4166673 h 4421876"/>
                <a:gd name="connsiteX43" fmla="*/ 1875616 w 4801503"/>
                <a:gd name="connsiteY43" fmla="*/ 3768727 h 4421876"/>
                <a:gd name="connsiteX44" fmla="*/ 1846673 w 4801503"/>
                <a:gd name="connsiteY44" fmla="*/ 3771200 h 4421876"/>
                <a:gd name="connsiteX45" fmla="*/ 1847824 w 4801503"/>
                <a:gd name="connsiteY45" fmla="*/ 3770061 h 4421876"/>
                <a:gd name="connsiteX46" fmla="*/ 1655588 w 4801503"/>
                <a:gd name="connsiteY46" fmla="*/ 3559776 h 4421876"/>
                <a:gd name="connsiteX47" fmla="*/ 1403161 w 4801503"/>
                <a:gd name="connsiteY47" fmla="*/ 3219956 h 4421876"/>
                <a:gd name="connsiteX48" fmla="*/ 1279514 w 4801503"/>
                <a:gd name="connsiteY48" fmla="*/ 3000419 h 4421876"/>
                <a:gd name="connsiteX49" fmla="*/ 1289499 w 4801503"/>
                <a:gd name="connsiteY49" fmla="*/ 2808928 h 4421876"/>
                <a:gd name="connsiteX50" fmla="*/ 1806735 w 4801503"/>
                <a:gd name="connsiteY50" fmla="*/ 2568782 h 4421876"/>
                <a:gd name="connsiteX51" fmla="*/ 1862245 w 4801503"/>
                <a:gd name="connsiteY51" fmla="*/ 2748122 h 4421876"/>
                <a:gd name="connsiteX52" fmla="*/ 1864747 w 4801503"/>
                <a:gd name="connsiteY52" fmla="*/ 2745513 h 4421876"/>
                <a:gd name="connsiteX53" fmla="*/ 1873246 w 4801503"/>
                <a:gd name="connsiteY53" fmla="*/ 2748455 h 4421876"/>
                <a:gd name="connsiteX54" fmla="*/ 1891683 w 4801503"/>
                <a:gd name="connsiteY54" fmla="*/ 2783615 h 4421876"/>
                <a:gd name="connsiteX55" fmla="*/ 2074121 w 4801503"/>
                <a:gd name="connsiteY55" fmla="*/ 3079065 h 4421876"/>
                <a:gd name="connsiteX56" fmla="*/ 2515984 w 4801503"/>
                <a:gd name="connsiteY56" fmla="*/ 3463676 h 4421876"/>
                <a:gd name="connsiteX57" fmla="*/ 2569876 w 4801503"/>
                <a:gd name="connsiteY57" fmla="*/ 3432896 h 4421876"/>
                <a:gd name="connsiteX58" fmla="*/ 2513773 w 4801503"/>
                <a:gd name="connsiteY58" fmla="*/ 3465471 h 4421876"/>
                <a:gd name="connsiteX59" fmla="*/ 2748844 w 4801503"/>
                <a:gd name="connsiteY59" fmla="*/ 3630964 h 4421876"/>
                <a:gd name="connsiteX60" fmla="*/ 2788259 w 4801503"/>
                <a:gd name="connsiteY60" fmla="*/ 3680060 h 4421876"/>
                <a:gd name="connsiteX61" fmla="*/ 3062880 w 4801503"/>
                <a:gd name="connsiteY61" fmla="*/ 3307691 h 4421876"/>
                <a:gd name="connsiteX62" fmla="*/ 3119696 w 4801503"/>
                <a:gd name="connsiteY62" fmla="*/ 3157069 h 4421876"/>
                <a:gd name="connsiteX63" fmla="*/ 3122087 w 4801503"/>
                <a:gd name="connsiteY63" fmla="*/ 3155188 h 4421876"/>
                <a:gd name="connsiteX64" fmla="*/ 3130253 w 4801503"/>
                <a:gd name="connsiteY64" fmla="*/ 3116075 h 4421876"/>
                <a:gd name="connsiteX65" fmla="*/ 3251100 w 4801503"/>
                <a:gd name="connsiteY65" fmla="*/ 2721371 h 4421876"/>
                <a:gd name="connsiteX66" fmla="*/ 3327155 w 4801503"/>
                <a:gd name="connsiteY66" fmla="*/ 2092199 h 4421876"/>
                <a:gd name="connsiteX67" fmla="*/ 3338586 w 4801503"/>
                <a:gd name="connsiteY67" fmla="*/ 2022384 h 4421876"/>
                <a:gd name="connsiteX68" fmla="*/ 3335850 w 4801503"/>
                <a:gd name="connsiteY68" fmla="*/ 2020938 h 4421876"/>
                <a:gd name="connsiteX69" fmla="*/ 3344248 w 4801503"/>
                <a:gd name="connsiteY69" fmla="*/ 2011840 h 4421876"/>
                <a:gd name="connsiteX70" fmla="*/ 3338190 w 4801503"/>
                <a:gd name="connsiteY70" fmla="*/ 1959840 h 4421876"/>
                <a:gd name="connsiteX71" fmla="*/ 2784636 w 4801503"/>
                <a:gd name="connsiteY71" fmla="*/ 1795959 h 4421876"/>
                <a:gd name="connsiteX72" fmla="*/ 2561840 w 4801503"/>
                <a:gd name="connsiteY72" fmla="*/ 1789594 h 4421876"/>
                <a:gd name="connsiteX73" fmla="*/ 2570725 w 4801503"/>
                <a:gd name="connsiteY73" fmla="*/ 1798578 h 4421876"/>
                <a:gd name="connsiteX74" fmla="*/ 2579721 w 4801503"/>
                <a:gd name="connsiteY74" fmla="*/ 1805112 h 4421876"/>
                <a:gd name="connsiteX75" fmla="*/ 2574593 w 4801503"/>
                <a:gd name="connsiteY75" fmla="*/ 1814087 h 4421876"/>
                <a:gd name="connsiteX76" fmla="*/ 2568942 w 4801503"/>
                <a:gd name="connsiteY76" fmla="*/ 1809996 h 4421876"/>
                <a:gd name="connsiteX77" fmla="*/ 2320715 w 4801503"/>
                <a:gd name="connsiteY77" fmla="*/ 1850792 h 4421876"/>
                <a:gd name="connsiteX78" fmla="*/ 1804664 w 4801503"/>
                <a:gd name="connsiteY78" fmla="*/ 2005351 h 4421876"/>
                <a:gd name="connsiteX79" fmla="*/ 1751879 w 4801503"/>
                <a:gd name="connsiteY79" fmla="*/ 2024275 h 4421876"/>
                <a:gd name="connsiteX80" fmla="*/ 1748380 w 4801503"/>
                <a:gd name="connsiteY80" fmla="*/ 2007687 h 4421876"/>
                <a:gd name="connsiteX81" fmla="*/ 1063482 w 4801503"/>
                <a:gd name="connsiteY81" fmla="*/ 2429495 h 4421876"/>
                <a:gd name="connsiteX82" fmla="*/ 971360 w 4801503"/>
                <a:gd name="connsiteY82" fmla="*/ 2504015 h 4421876"/>
                <a:gd name="connsiteX83" fmla="*/ 887302 w 4801503"/>
                <a:gd name="connsiteY83" fmla="*/ 2576536 h 4421876"/>
                <a:gd name="connsiteX84" fmla="*/ 883098 w 4801503"/>
                <a:gd name="connsiteY84" fmla="*/ 2578019 h 4421876"/>
                <a:gd name="connsiteX85" fmla="*/ 882694 w 4801503"/>
                <a:gd name="connsiteY85" fmla="*/ 2580511 h 4421876"/>
                <a:gd name="connsiteX86" fmla="*/ 881511 w 4801503"/>
                <a:gd name="connsiteY86" fmla="*/ 2581531 h 4421876"/>
                <a:gd name="connsiteX87" fmla="*/ 466244 w 4801503"/>
                <a:gd name="connsiteY87" fmla="*/ 3087897 h 4421876"/>
                <a:gd name="connsiteX88" fmla="*/ 285439 w 4801503"/>
                <a:gd name="connsiteY88" fmla="*/ 3628119 h 4421876"/>
                <a:gd name="connsiteX89" fmla="*/ 270508 w 4801503"/>
                <a:gd name="connsiteY89" fmla="*/ 3656928 h 4421876"/>
                <a:gd name="connsiteX90" fmla="*/ 272982 w 4801503"/>
                <a:gd name="connsiteY90" fmla="*/ 3663559 h 4421876"/>
                <a:gd name="connsiteX91" fmla="*/ 268142 w 4801503"/>
                <a:gd name="connsiteY91" fmla="*/ 3658722 h 4421876"/>
                <a:gd name="connsiteX92" fmla="*/ 190003 w 4801503"/>
                <a:gd name="connsiteY92" fmla="*/ 3583200 h 4421876"/>
                <a:gd name="connsiteX93" fmla="*/ 126041 w 4801503"/>
                <a:gd name="connsiteY93" fmla="*/ 3521254 h 4421876"/>
                <a:gd name="connsiteX94" fmla="*/ 125398 w 4801503"/>
                <a:gd name="connsiteY94" fmla="*/ 3518140 h 4421876"/>
                <a:gd name="connsiteX95" fmla="*/ 103468 w 4801503"/>
                <a:gd name="connsiteY95" fmla="*/ 3491854 h 4421876"/>
                <a:gd name="connsiteX96" fmla="*/ 5251 w 4801503"/>
                <a:gd name="connsiteY96" fmla="*/ 3179792 h 4421876"/>
                <a:gd name="connsiteX97" fmla="*/ 5251 w 4801503"/>
                <a:gd name="connsiteY97" fmla="*/ 2992848 h 4421876"/>
                <a:gd name="connsiteX98" fmla="*/ 148028 w 4801503"/>
                <a:gd name="connsiteY98" fmla="*/ 2548096 h 4421876"/>
                <a:gd name="connsiteX99" fmla="*/ 364993 w 4801503"/>
                <a:gd name="connsiteY99" fmla="*/ 2225940 h 4421876"/>
                <a:gd name="connsiteX100" fmla="*/ 555596 w 4801503"/>
                <a:gd name="connsiteY100" fmla="*/ 2016706 h 4421876"/>
                <a:gd name="connsiteX101" fmla="*/ 1043419 w 4801503"/>
                <a:gd name="connsiteY101" fmla="*/ 1641558 h 4421876"/>
                <a:gd name="connsiteX102" fmla="*/ 1106642 w 4801503"/>
                <a:gd name="connsiteY102" fmla="*/ 1599291 h 4421876"/>
                <a:gd name="connsiteX103" fmla="*/ 1116015 w 4801503"/>
                <a:gd name="connsiteY103" fmla="*/ 1597557 h 4421876"/>
                <a:gd name="connsiteX104" fmla="*/ 1820664 w 4801503"/>
                <a:gd name="connsiteY104" fmla="*/ 1294274 h 4421876"/>
                <a:gd name="connsiteX105" fmla="*/ 1820684 w 4801503"/>
                <a:gd name="connsiteY105" fmla="*/ 1294190 h 4421876"/>
                <a:gd name="connsiteX106" fmla="*/ 1988939 w 4801503"/>
                <a:gd name="connsiteY106" fmla="*/ 1250902 h 4421876"/>
                <a:gd name="connsiteX107" fmla="*/ 2169539 w 4801503"/>
                <a:gd name="connsiteY107" fmla="*/ 1217414 h 4421876"/>
                <a:gd name="connsiteX108" fmla="*/ 2385426 w 4801503"/>
                <a:gd name="connsiteY108" fmla="*/ 1195728 h 4421876"/>
                <a:gd name="connsiteX109" fmla="*/ 2602537 w 4801503"/>
                <a:gd name="connsiteY109" fmla="*/ 1195965 h 4421876"/>
                <a:gd name="connsiteX110" fmla="*/ 2641876 w 4801503"/>
                <a:gd name="connsiteY110" fmla="*/ 1198594 h 4421876"/>
                <a:gd name="connsiteX111" fmla="*/ 2671241 w 4801503"/>
                <a:gd name="connsiteY111" fmla="*/ 1211292 h 4421876"/>
                <a:gd name="connsiteX112" fmla="*/ 2659993 w 4801503"/>
                <a:gd name="connsiteY112" fmla="*/ 1223241 h 4421876"/>
                <a:gd name="connsiteX113" fmla="*/ 2633943 w 4801503"/>
                <a:gd name="connsiteY113" fmla="*/ 1237369 h 4421876"/>
                <a:gd name="connsiteX114" fmla="*/ 2632920 w 4801503"/>
                <a:gd name="connsiteY114" fmla="*/ 1237993 h 4421876"/>
                <a:gd name="connsiteX115" fmla="*/ 3265636 w 4801503"/>
                <a:gd name="connsiteY115" fmla="*/ 1337093 h 4421876"/>
                <a:gd name="connsiteX116" fmla="*/ 3257847 w 4801503"/>
                <a:gd name="connsiteY116" fmla="*/ 1270240 h 4421876"/>
                <a:gd name="connsiteX117" fmla="*/ 3254577 w 4801503"/>
                <a:gd name="connsiteY117" fmla="*/ 1269577 h 4421876"/>
                <a:gd name="connsiteX118" fmla="*/ 3252034 w 4801503"/>
                <a:gd name="connsiteY118" fmla="*/ 1240361 h 4421876"/>
                <a:gd name="connsiteX119" fmla="*/ 3241302 w 4801503"/>
                <a:gd name="connsiteY119" fmla="*/ 1198909 h 4421876"/>
                <a:gd name="connsiteX120" fmla="*/ 3022470 w 4801503"/>
                <a:gd name="connsiteY120" fmla="*/ 614107 h 4421876"/>
                <a:gd name="connsiteX121" fmla="*/ 2572675 w 4801503"/>
                <a:gd name="connsiteY121" fmla="*/ 105638 h 4421876"/>
                <a:gd name="connsiteX122" fmla="*/ 2560894 w 4801503"/>
                <a:gd name="connsiteY122" fmla="*/ 96386 h 4421876"/>
                <a:gd name="connsiteX123" fmla="*/ 2556153 w 4801503"/>
                <a:gd name="connsiteY123" fmla="*/ 82211 h 4421876"/>
                <a:gd name="connsiteX124" fmla="*/ 2565394 w 4801503"/>
                <a:gd name="connsiteY124" fmla="*/ 80688 h 4421876"/>
                <a:gd name="connsiteX125" fmla="*/ 2630671 w 4801503"/>
                <a:gd name="connsiteY125" fmla="*/ 47778 h 4421876"/>
                <a:gd name="connsiteX126" fmla="*/ 2728420 w 4801503"/>
                <a:gd name="connsiteY126" fmla="*/ 19567 h 4421876"/>
                <a:gd name="connsiteX127" fmla="*/ 2818345 w 4801503"/>
                <a:gd name="connsiteY127" fmla="*/ 2388 h 4421876"/>
                <a:gd name="connsiteX128" fmla="*/ 2818802 w 4801503"/>
                <a:gd name="connsiteY128" fmla="*/ 2388 h 4421876"/>
                <a:gd name="connsiteX129" fmla="*/ 2892426 w 4801503"/>
                <a:gd name="connsiteY129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61840 w 4801503"/>
                <a:gd name="connsiteY75" fmla="*/ 1789594 h 4421876"/>
                <a:gd name="connsiteX76" fmla="*/ 2570725 w 4801503"/>
                <a:gd name="connsiteY76" fmla="*/ 1798578 h 4421876"/>
                <a:gd name="connsiteX77" fmla="*/ 2579721 w 4801503"/>
                <a:gd name="connsiteY77" fmla="*/ 1805112 h 4421876"/>
                <a:gd name="connsiteX78" fmla="*/ 2574593 w 4801503"/>
                <a:gd name="connsiteY78" fmla="*/ 1814087 h 4421876"/>
                <a:gd name="connsiteX79" fmla="*/ 2568942 w 4801503"/>
                <a:gd name="connsiteY79" fmla="*/ 1809996 h 4421876"/>
                <a:gd name="connsiteX80" fmla="*/ 2320715 w 4801503"/>
                <a:gd name="connsiteY80" fmla="*/ 1850792 h 4421876"/>
                <a:gd name="connsiteX81" fmla="*/ 1804664 w 4801503"/>
                <a:gd name="connsiteY81" fmla="*/ 2005351 h 4421876"/>
                <a:gd name="connsiteX82" fmla="*/ 1751879 w 4801503"/>
                <a:gd name="connsiteY82" fmla="*/ 2024275 h 4421876"/>
                <a:gd name="connsiteX83" fmla="*/ 1748380 w 4801503"/>
                <a:gd name="connsiteY83" fmla="*/ 2007687 h 4421876"/>
                <a:gd name="connsiteX84" fmla="*/ 1063482 w 4801503"/>
                <a:gd name="connsiteY84" fmla="*/ 2429495 h 4421876"/>
                <a:gd name="connsiteX85" fmla="*/ 971360 w 4801503"/>
                <a:gd name="connsiteY85" fmla="*/ 2504015 h 4421876"/>
                <a:gd name="connsiteX86" fmla="*/ 887302 w 4801503"/>
                <a:gd name="connsiteY86" fmla="*/ 2576536 h 4421876"/>
                <a:gd name="connsiteX87" fmla="*/ 883098 w 4801503"/>
                <a:gd name="connsiteY87" fmla="*/ 2578019 h 4421876"/>
                <a:gd name="connsiteX88" fmla="*/ 882694 w 4801503"/>
                <a:gd name="connsiteY88" fmla="*/ 2580511 h 4421876"/>
                <a:gd name="connsiteX89" fmla="*/ 881511 w 4801503"/>
                <a:gd name="connsiteY89" fmla="*/ 2581531 h 4421876"/>
                <a:gd name="connsiteX90" fmla="*/ 466244 w 4801503"/>
                <a:gd name="connsiteY90" fmla="*/ 3087897 h 4421876"/>
                <a:gd name="connsiteX91" fmla="*/ 285439 w 4801503"/>
                <a:gd name="connsiteY91" fmla="*/ 3628119 h 4421876"/>
                <a:gd name="connsiteX92" fmla="*/ 270508 w 4801503"/>
                <a:gd name="connsiteY92" fmla="*/ 3656928 h 4421876"/>
                <a:gd name="connsiteX93" fmla="*/ 272982 w 4801503"/>
                <a:gd name="connsiteY93" fmla="*/ 3663559 h 4421876"/>
                <a:gd name="connsiteX94" fmla="*/ 268142 w 4801503"/>
                <a:gd name="connsiteY94" fmla="*/ 3658722 h 4421876"/>
                <a:gd name="connsiteX95" fmla="*/ 190003 w 4801503"/>
                <a:gd name="connsiteY95" fmla="*/ 3583200 h 4421876"/>
                <a:gd name="connsiteX96" fmla="*/ 126041 w 4801503"/>
                <a:gd name="connsiteY96" fmla="*/ 3521254 h 4421876"/>
                <a:gd name="connsiteX97" fmla="*/ 125398 w 4801503"/>
                <a:gd name="connsiteY97" fmla="*/ 3518140 h 4421876"/>
                <a:gd name="connsiteX98" fmla="*/ 103468 w 4801503"/>
                <a:gd name="connsiteY98" fmla="*/ 3491854 h 4421876"/>
                <a:gd name="connsiteX99" fmla="*/ 5251 w 4801503"/>
                <a:gd name="connsiteY99" fmla="*/ 3179792 h 4421876"/>
                <a:gd name="connsiteX100" fmla="*/ 5251 w 4801503"/>
                <a:gd name="connsiteY100" fmla="*/ 2992848 h 4421876"/>
                <a:gd name="connsiteX101" fmla="*/ 148028 w 4801503"/>
                <a:gd name="connsiteY101" fmla="*/ 2548096 h 4421876"/>
                <a:gd name="connsiteX102" fmla="*/ 364993 w 4801503"/>
                <a:gd name="connsiteY102" fmla="*/ 2225940 h 4421876"/>
                <a:gd name="connsiteX103" fmla="*/ 555596 w 4801503"/>
                <a:gd name="connsiteY103" fmla="*/ 2016706 h 4421876"/>
                <a:gd name="connsiteX104" fmla="*/ 1043419 w 4801503"/>
                <a:gd name="connsiteY104" fmla="*/ 1641558 h 4421876"/>
                <a:gd name="connsiteX105" fmla="*/ 1106642 w 4801503"/>
                <a:gd name="connsiteY105" fmla="*/ 1599291 h 4421876"/>
                <a:gd name="connsiteX106" fmla="*/ 1116015 w 4801503"/>
                <a:gd name="connsiteY106" fmla="*/ 1597557 h 4421876"/>
                <a:gd name="connsiteX107" fmla="*/ 1820664 w 4801503"/>
                <a:gd name="connsiteY107" fmla="*/ 1294274 h 4421876"/>
                <a:gd name="connsiteX108" fmla="*/ 1820684 w 4801503"/>
                <a:gd name="connsiteY108" fmla="*/ 1294190 h 4421876"/>
                <a:gd name="connsiteX109" fmla="*/ 1988939 w 4801503"/>
                <a:gd name="connsiteY109" fmla="*/ 1250902 h 4421876"/>
                <a:gd name="connsiteX110" fmla="*/ 2169539 w 4801503"/>
                <a:gd name="connsiteY110" fmla="*/ 1217414 h 4421876"/>
                <a:gd name="connsiteX111" fmla="*/ 2385426 w 4801503"/>
                <a:gd name="connsiteY111" fmla="*/ 1195728 h 4421876"/>
                <a:gd name="connsiteX112" fmla="*/ 2602537 w 4801503"/>
                <a:gd name="connsiteY112" fmla="*/ 1195965 h 4421876"/>
                <a:gd name="connsiteX113" fmla="*/ 2641876 w 4801503"/>
                <a:gd name="connsiteY113" fmla="*/ 1198594 h 4421876"/>
                <a:gd name="connsiteX114" fmla="*/ 2671241 w 4801503"/>
                <a:gd name="connsiteY114" fmla="*/ 1211292 h 4421876"/>
                <a:gd name="connsiteX115" fmla="*/ 2659993 w 4801503"/>
                <a:gd name="connsiteY115" fmla="*/ 1223241 h 4421876"/>
                <a:gd name="connsiteX116" fmla="*/ 2633943 w 4801503"/>
                <a:gd name="connsiteY116" fmla="*/ 1237369 h 4421876"/>
                <a:gd name="connsiteX117" fmla="*/ 3265636 w 4801503"/>
                <a:gd name="connsiteY117" fmla="*/ 1337093 h 4421876"/>
                <a:gd name="connsiteX118" fmla="*/ 3257847 w 4801503"/>
                <a:gd name="connsiteY118" fmla="*/ 1270240 h 4421876"/>
                <a:gd name="connsiteX119" fmla="*/ 3254577 w 4801503"/>
                <a:gd name="connsiteY119" fmla="*/ 1269577 h 4421876"/>
                <a:gd name="connsiteX120" fmla="*/ 3252034 w 4801503"/>
                <a:gd name="connsiteY120" fmla="*/ 1240361 h 4421876"/>
                <a:gd name="connsiteX121" fmla="*/ 3241302 w 4801503"/>
                <a:gd name="connsiteY121" fmla="*/ 1198909 h 4421876"/>
                <a:gd name="connsiteX122" fmla="*/ 3022470 w 4801503"/>
                <a:gd name="connsiteY122" fmla="*/ 614107 h 4421876"/>
                <a:gd name="connsiteX123" fmla="*/ 2572675 w 4801503"/>
                <a:gd name="connsiteY123" fmla="*/ 105638 h 4421876"/>
                <a:gd name="connsiteX124" fmla="*/ 2560894 w 4801503"/>
                <a:gd name="connsiteY124" fmla="*/ 96386 h 4421876"/>
                <a:gd name="connsiteX125" fmla="*/ 2556153 w 4801503"/>
                <a:gd name="connsiteY125" fmla="*/ 82211 h 4421876"/>
                <a:gd name="connsiteX126" fmla="*/ 2565394 w 4801503"/>
                <a:gd name="connsiteY126" fmla="*/ 80688 h 4421876"/>
                <a:gd name="connsiteX127" fmla="*/ 2630671 w 4801503"/>
                <a:gd name="connsiteY127" fmla="*/ 47778 h 4421876"/>
                <a:gd name="connsiteX128" fmla="*/ 2728420 w 4801503"/>
                <a:gd name="connsiteY128" fmla="*/ 19567 h 4421876"/>
                <a:gd name="connsiteX129" fmla="*/ 2818345 w 4801503"/>
                <a:gd name="connsiteY129" fmla="*/ 2388 h 4421876"/>
                <a:gd name="connsiteX130" fmla="*/ 2818802 w 4801503"/>
                <a:gd name="connsiteY130" fmla="*/ 2388 h 4421876"/>
                <a:gd name="connsiteX131" fmla="*/ 2892426 w 4801503"/>
                <a:gd name="connsiteY131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61840 w 4801503"/>
                <a:gd name="connsiteY75" fmla="*/ 1789594 h 4421876"/>
                <a:gd name="connsiteX76" fmla="*/ 2570725 w 4801503"/>
                <a:gd name="connsiteY76" fmla="*/ 1798578 h 4421876"/>
                <a:gd name="connsiteX77" fmla="*/ 2579721 w 4801503"/>
                <a:gd name="connsiteY77" fmla="*/ 1805112 h 4421876"/>
                <a:gd name="connsiteX78" fmla="*/ 2574593 w 4801503"/>
                <a:gd name="connsiteY78" fmla="*/ 1814087 h 4421876"/>
                <a:gd name="connsiteX79" fmla="*/ 2568942 w 4801503"/>
                <a:gd name="connsiteY79" fmla="*/ 1809996 h 4421876"/>
                <a:gd name="connsiteX80" fmla="*/ 2320715 w 4801503"/>
                <a:gd name="connsiteY80" fmla="*/ 1850792 h 4421876"/>
                <a:gd name="connsiteX81" fmla="*/ 1804664 w 4801503"/>
                <a:gd name="connsiteY81" fmla="*/ 2005351 h 4421876"/>
                <a:gd name="connsiteX82" fmla="*/ 1751879 w 4801503"/>
                <a:gd name="connsiteY82" fmla="*/ 2024275 h 4421876"/>
                <a:gd name="connsiteX83" fmla="*/ 1748380 w 4801503"/>
                <a:gd name="connsiteY83" fmla="*/ 2007687 h 4421876"/>
                <a:gd name="connsiteX84" fmla="*/ 1063482 w 4801503"/>
                <a:gd name="connsiteY84" fmla="*/ 2429495 h 4421876"/>
                <a:gd name="connsiteX85" fmla="*/ 971360 w 4801503"/>
                <a:gd name="connsiteY85" fmla="*/ 2504015 h 4421876"/>
                <a:gd name="connsiteX86" fmla="*/ 887302 w 4801503"/>
                <a:gd name="connsiteY86" fmla="*/ 2576536 h 4421876"/>
                <a:gd name="connsiteX87" fmla="*/ 883098 w 4801503"/>
                <a:gd name="connsiteY87" fmla="*/ 2578019 h 4421876"/>
                <a:gd name="connsiteX88" fmla="*/ 882694 w 4801503"/>
                <a:gd name="connsiteY88" fmla="*/ 2580511 h 4421876"/>
                <a:gd name="connsiteX89" fmla="*/ 881511 w 4801503"/>
                <a:gd name="connsiteY89" fmla="*/ 2581531 h 4421876"/>
                <a:gd name="connsiteX90" fmla="*/ 466244 w 4801503"/>
                <a:gd name="connsiteY90" fmla="*/ 3087897 h 4421876"/>
                <a:gd name="connsiteX91" fmla="*/ 285439 w 4801503"/>
                <a:gd name="connsiteY91" fmla="*/ 3628119 h 4421876"/>
                <a:gd name="connsiteX92" fmla="*/ 270508 w 4801503"/>
                <a:gd name="connsiteY92" fmla="*/ 3656928 h 4421876"/>
                <a:gd name="connsiteX93" fmla="*/ 272982 w 4801503"/>
                <a:gd name="connsiteY93" fmla="*/ 3663559 h 4421876"/>
                <a:gd name="connsiteX94" fmla="*/ 268142 w 4801503"/>
                <a:gd name="connsiteY94" fmla="*/ 3658722 h 4421876"/>
                <a:gd name="connsiteX95" fmla="*/ 190003 w 4801503"/>
                <a:gd name="connsiteY95" fmla="*/ 3583200 h 4421876"/>
                <a:gd name="connsiteX96" fmla="*/ 126041 w 4801503"/>
                <a:gd name="connsiteY96" fmla="*/ 3521254 h 4421876"/>
                <a:gd name="connsiteX97" fmla="*/ 125398 w 4801503"/>
                <a:gd name="connsiteY97" fmla="*/ 3518140 h 4421876"/>
                <a:gd name="connsiteX98" fmla="*/ 103468 w 4801503"/>
                <a:gd name="connsiteY98" fmla="*/ 3491854 h 4421876"/>
                <a:gd name="connsiteX99" fmla="*/ 5251 w 4801503"/>
                <a:gd name="connsiteY99" fmla="*/ 3179792 h 4421876"/>
                <a:gd name="connsiteX100" fmla="*/ 5251 w 4801503"/>
                <a:gd name="connsiteY100" fmla="*/ 2992848 h 4421876"/>
                <a:gd name="connsiteX101" fmla="*/ 148028 w 4801503"/>
                <a:gd name="connsiteY101" fmla="*/ 2548096 h 4421876"/>
                <a:gd name="connsiteX102" fmla="*/ 364993 w 4801503"/>
                <a:gd name="connsiteY102" fmla="*/ 2225940 h 4421876"/>
                <a:gd name="connsiteX103" fmla="*/ 555596 w 4801503"/>
                <a:gd name="connsiteY103" fmla="*/ 2016706 h 4421876"/>
                <a:gd name="connsiteX104" fmla="*/ 1043419 w 4801503"/>
                <a:gd name="connsiteY104" fmla="*/ 1641558 h 4421876"/>
                <a:gd name="connsiteX105" fmla="*/ 1106642 w 4801503"/>
                <a:gd name="connsiteY105" fmla="*/ 1599291 h 4421876"/>
                <a:gd name="connsiteX106" fmla="*/ 1116015 w 4801503"/>
                <a:gd name="connsiteY106" fmla="*/ 1597557 h 4421876"/>
                <a:gd name="connsiteX107" fmla="*/ 1820664 w 4801503"/>
                <a:gd name="connsiteY107" fmla="*/ 1294274 h 4421876"/>
                <a:gd name="connsiteX108" fmla="*/ 1820684 w 4801503"/>
                <a:gd name="connsiteY108" fmla="*/ 1294190 h 4421876"/>
                <a:gd name="connsiteX109" fmla="*/ 1988939 w 4801503"/>
                <a:gd name="connsiteY109" fmla="*/ 1250902 h 4421876"/>
                <a:gd name="connsiteX110" fmla="*/ 2169539 w 4801503"/>
                <a:gd name="connsiteY110" fmla="*/ 1217414 h 4421876"/>
                <a:gd name="connsiteX111" fmla="*/ 2385426 w 4801503"/>
                <a:gd name="connsiteY111" fmla="*/ 1195728 h 4421876"/>
                <a:gd name="connsiteX112" fmla="*/ 2602537 w 4801503"/>
                <a:gd name="connsiteY112" fmla="*/ 1195965 h 4421876"/>
                <a:gd name="connsiteX113" fmla="*/ 2641876 w 4801503"/>
                <a:gd name="connsiteY113" fmla="*/ 1198594 h 4421876"/>
                <a:gd name="connsiteX114" fmla="*/ 2671241 w 4801503"/>
                <a:gd name="connsiteY114" fmla="*/ 1211292 h 4421876"/>
                <a:gd name="connsiteX115" fmla="*/ 2659993 w 4801503"/>
                <a:gd name="connsiteY115" fmla="*/ 1223241 h 4421876"/>
                <a:gd name="connsiteX116" fmla="*/ 3265636 w 4801503"/>
                <a:gd name="connsiteY116" fmla="*/ 1337093 h 4421876"/>
                <a:gd name="connsiteX117" fmla="*/ 3257847 w 4801503"/>
                <a:gd name="connsiteY117" fmla="*/ 1270240 h 4421876"/>
                <a:gd name="connsiteX118" fmla="*/ 3254577 w 4801503"/>
                <a:gd name="connsiteY118" fmla="*/ 1269577 h 4421876"/>
                <a:gd name="connsiteX119" fmla="*/ 3252034 w 4801503"/>
                <a:gd name="connsiteY119" fmla="*/ 1240361 h 4421876"/>
                <a:gd name="connsiteX120" fmla="*/ 3241302 w 4801503"/>
                <a:gd name="connsiteY120" fmla="*/ 1198909 h 4421876"/>
                <a:gd name="connsiteX121" fmla="*/ 3022470 w 4801503"/>
                <a:gd name="connsiteY121" fmla="*/ 614107 h 4421876"/>
                <a:gd name="connsiteX122" fmla="*/ 2572675 w 4801503"/>
                <a:gd name="connsiteY122" fmla="*/ 105638 h 4421876"/>
                <a:gd name="connsiteX123" fmla="*/ 2560894 w 4801503"/>
                <a:gd name="connsiteY123" fmla="*/ 96386 h 4421876"/>
                <a:gd name="connsiteX124" fmla="*/ 2556153 w 4801503"/>
                <a:gd name="connsiteY124" fmla="*/ 82211 h 4421876"/>
                <a:gd name="connsiteX125" fmla="*/ 2565394 w 4801503"/>
                <a:gd name="connsiteY125" fmla="*/ 80688 h 4421876"/>
                <a:gd name="connsiteX126" fmla="*/ 2630671 w 4801503"/>
                <a:gd name="connsiteY126" fmla="*/ 47778 h 4421876"/>
                <a:gd name="connsiteX127" fmla="*/ 2728420 w 4801503"/>
                <a:gd name="connsiteY127" fmla="*/ 19567 h 4421876"/>
                <a:gd name="connsiteX128" fmla="*/ 2818345 w 4801503"/>
                <a:gd name="connsiteY128" fmla="*/ 2388 h 4421876"/>
                <a:gd name="connsiteX129" fmla="*/ 2818802 w 4801503"/>
                <a:gd name="connsiteY129" fmla="*/ 2388 h 4421876"/>
                <a:gd name="connsiteX130" fmla="*/ 2892426 w 4801503"/>
                <a:gd name="connsiteY130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61840 w 4801503"/>
                <a:gd name="connsiteY75" fmla="*/ 1789594 h 4421876"/>
                <a:gd name="connsiteX76" fmla="*/ 2570725 w 4801503"/>
                <a:gd name="connsiteY76" fmla="*/ 1798578 h 4421876"/>
                <a:gd name="connsiteX77" fmla="*/ 2579721 w 4801503"/>
                <a:gd name="connsiteY77" fmla="*/ 1805112 h 4421876"/>
                <a:gd name="connsiteX78" fmla="*/ 2574593 w 4801503"/>
                <a:gd name="connsiteY78" fmla="*/ 1814087 h 4421876"/>
                <a:gd name="connsiteX79" fmla="*/ 2568942 w 4801503"/>
                <a:gd name="connsiteY79" fmla="*/ 1809996 h 4421876"/>
                <a:gd name="connsiteX80" fmla="*/ 2320715 w 4801503"/>
                <a:gd name="connsiteY80" fmla="*/ 1850792 h 4421876"/>
                <a:gd name="connsiteX81" fmla="*/ 1804664 w 4801503"/>
                <a:gd name="connsiteY81" fmla="*/ 2005351 h 4421876"/>
                <a:gd name="connsiteX82" fmla="*/ 1751879 w 4801503"/>
                <a:gd name="connsiteY82" fmla="*/ 2024275 h 4421876"/>
                <a:gd name="connsiteX83" fmla="*/ 1748380 w 4801503"/>
                <a:gd name="connsiteY83" fmla="*/ 2007687 h 4421876"/>
                <a:gd name="connsiteX84" fmla="*/ 1063482 w 4801503"/>
                <a:gd name="connsiteY84" fmla="*/ 2429495 h 4421876"/>
                <a:gd name="connsiteX85" fmla="*/ 971360 w 4801503"/>
                <a:gd name="connsiteY85" fmla="*/ 2504015 h 4421876"/>
                <a:gd name="connsiteX86" fmla="*/ 887302 w 4801503"/>
                <a:gd name="connsiteY86" fmla="*/ 2576536 h 4421876"/>
                <a:gd name="connsiteX87" fmla="*/ 883098 w 4801503"/>
                <a:gd name="connsiteY87" fmla="*/ 2578019 h 4421876"/>
                <a:gd name="connsiteX88" fmla="*/ 882694 w 4801503"/>
                <a:gd name="connsiteY88" fmla="*/ 2580511 h 4421876"/>
                <a:gd name="connsiteX89" fmla="*/ 881511 w 4801503"/>
                <a:gd name="connsiteY89" fmla="*/ 2581531 h 4421876"/>
                <a:gd name="connsiteX90" fmla="*/ 466244 w 4801503"/>
                <a:gd name="connsiteY90" fmla="*/ 3087897 h 4421876"/>
                <a:gd name="connsiteX91" fmla="*/ 285439 w 4801503"/>
                <a:gd name="connsiteY91" fmla="*/ 3628119 h 4421876"/>
                <a:gd name="connsiteX92" fmla="*/ 270508 w 4801503"/>
                <a:gd name="connsiteY92" fmla="*/ 3656928 h 4421876"/>
                <a:gd name="connsiteX93" fmla="*/ 272982 w 4801503"/>
                <a:gd name="connsiteY93" fmla="*/ 3663559 h 4421876"/>
                <a:gd name="connsiteX94" fmla="*/ 268142 w 4801503"/>
                <a:gd name="connsiteY94" fmla="*/ 3658722 h 4421876"/>
                <a:gd name="connsiteX95" fmla="*/ 190003 w 4801503"/>
                <a:gd name="connsiteY95" fmla="*/ 3583200 h 4421876"/>
                <a:gd name="connsiteX96" fmla="*/ 126041 w 4801503"/>
                <a:gd name="connsiteY96" fmla="*/ 3521254 h 4421876"/>
                <a:gd name="connsiteX97" fmla="*/ 125398 w 4801503"/>
                <a:gd name="connsiteY97" fmla="*/ 3518140 h 4421876"/>
                <a:gd name="connsiteX98" fmla="*/ 103468 w 4801503"/>
                <a:gd name="connsiteY98" fmla="*/ 3491854 h 4421876"/>
                <a:gd name="connsiteX99" fmla="*/ 5251 w 4801503"/>
                <a:gd name="connsiteY99" fmla="*/ 3179792 h 4421876"/>
                <a:gd name="connsiteX100" fmla="*/ 5251 w 4801503"/>
                <a:gd name="connsiteY100" fmla="*/ 2992848 h 4421876"/>
                <a:gd name="connsiteX101" fmla="*/ 148028 w 4801503"/>
                <a:gd name="connsiteY101" fmla="*/ 2548096 h 4421876"/>
                <a:gd name="connsiteX102" fmla="*/ 364993 w 4801503"/>
                <a:gd name="connsiteY102" fmla="*/ 2225940 h 4421876"/>
                <a:gd name="connsiteX103" fmla="*/ 555596 w 4801503"/>
                <a:gd name="connsiteY103" fmla="*/ 2016706 h 4421876"/>
                <a:gd name="connsiteX104" fmla="*/ 1043419 w 4801503"/>
                <a:gd name="connsiteY104" fmla="*/ 1641558 h 4421876"/>
                <a:gd name="connsiteX105" fmla="*/ 1106642 w 4801503"/>
                <a:gd name="connsiteY105" fmla="*/ 1599291 h 4421876"/>
                <a:gd name="connsiteX106" fmla="*/ 1116015 w 4801503"/>
                <a:gd name="connsiteY106" fmla="*/ 1597557 h 4421876"/>
                <a:gd name="connsiteX107" fmla="*/ 1820664 w 4801503"/>
                <a:gd name="connsiteY107" fmla="*/ 1294274 h 4421876"/>
                <a:gd name="connsiteX108" fmla="*/ 1820684 w 4801503"/>
                <a:gd name="connsiteY108" fmla="*/ 1294190 h 4421876"/>
                <a:gd name="connsiteX109" fmla="*/ 1988939 w 4801503"/>
                <a:gd name="connsiteY109" fmla="*/ 1250902 h 4421876"/>
                <a:gd name="connsiteX110" fmla="*/ 2169539 w 4801503"/>
                <a:gd name="connsiteY110" fmla="*/ 1217414 h 4421876"/>
                <a:gd name="connsiteX111" fmla="*/ 2385426 w 4801503"/>
                <a:gd name="connsiteY111" fmla="*/ 1195728 h 4421876"/>
                <a:gd name="connsiteX112" fmla="*/ 2602537 w 4801503"/>
                <a:gd name="connsiteY112" fmla="*/ 1195965 h 4421876"/>
                <a:gd name="connsiteX113" fmla="*/ 2641876 w 4801503"/>
                <a:gd name="connsiteY113" fmla="*/ 1198594 h 4421876"/>
                <a:gd name="connsiteX114" fmla="*/ 2671241 w 4801503"/>
                <a:gd name="connsiteY114" fmla="*/ 1211292 h 4421876"/>
                <a:gd name="connsiteX115" fmla="*/ 3265636 w 4801503"/>
                <a:gd name="connsiteY115" fmla="*/ 1337093 h 4421876"/>
                <a:gd name="connsiteX116" fmla="*/ 3257847 w 4801503"/>
                <a:gd name="connsiteY116" fmla="*/ 1270240 h 4421876"/>
                <a:gd name="connsiteX117" fmla="*/ 3254577 w 4801503"/>
                <a:gd name="connsiteY117" fmla="*/ 1269577 h 4421876"/>
                <a:gd name="connsiteX118" fmla="*/ 3252034 w 4801503"/>
                <a:gd name="connsiteY118" fmla="*/ 1240361 h 4421876"/>
                <a:gd name="connsiteX119" fmla="*/ 3241302 w 4801503"/>
                <a:gd name="connsiteY119" fmla="*/ 1198909 h 4421876"/>
                <a:gd name="connsiteX120" fmla="*/ 3022470 w 4801503"/>
                <a:gd name="connsiteY120" fmla="*/ 614107 h 4421876"/>
                <a:gd name="connsiteX121" fmla="*/ 2572675 w 4801503"/>
                <a:gd name="connsiteY121" fmla="*/ 105638 h 4421876"/>
                <a:gd name="connsiteX122" fmla="*/ 2560894 w 4801503"/>
                <a:gd name="connsiteY122" fmla="*/ 96386 h 4421876"/>
                <a:gd name="connsiteX123" fmla="*/ 2556153 w 4801503"/>
                <a:gd name="connsiteY123" fmla="*/ 82211 h 4421876"/>
                <a:gd name="connsiteX124" fmla="*/ 2565394 w 4801503"/>
                <a:gd name="connsiteY124" fmla="*/ 80688 h 4421876"/>
                <a:gd name="connsiteX125" fmla="*/ 2630671 w 4801503"/>
                <a:gd name="connsiteY125" fmla="*/ 47778 h 4421876"/>
                <a:gd name="connsiteX126" fmla="*/ 2728420 w 4801503"/>
                <a:gd name="connsiteY126" fmla="*/ 19567 h 4421876"/>
                <a:gd name="connsiteX127" fmla="*/ 2818345 w 4801503"/>
                <a:gd name="connsiteY127" fmla="*/ 2388 h 4421876"/>
                <a:gd name="connsiteX128" fmla="*/ 2818802 w 4801503"/>
                <a:gd name="connsiteY128" fmla="*/ 2388 h 4421876"/>
                <a:gd name="connsiteX129" fmla="*/ 2892426 w 4801503"/>
                <a:gd name="connsiteY129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61840 w 4801503"/>
                <a:gd name="connsiteY75" fmla="*/ 1789594 h 4421876"/>
                <a:gd name="connsiteX76" fmla="*/ 2570725 w 4801503"/>
                <a:gd name="connsiteY76" fmla="*/ 1798578 h 4421876"/>
                <a:gd name="connsiteX77" fmla="*/ 2579721 w 4801503"/>
                <a:gd name="connsiteY77" fmla="*/ 1805112 h 4421876"/>
                <a:gd name="connsiteX78" fmla="*/ 2574593 w 4801503"/>
                <a:gd name="connsiteY78" fmla="*/ 1814087 h 4421876"/>
                <a:gd name="connsiteX79" fmla="*/ 2568942 w 4801503"/>
                <a:gd name="connsiteY79" fmla="*/ 1809996 h 4421876"/>
                <a:gd name="connsiteX80" fmla="*/ 2320715 w 4801503"/>
                <a:gd name="connsiteY80" fmla="*/ 1850792 h 4421876"/>
                <a:gd name="connsiteX81" fmla="*/ 1804664 w 4801503"/>
                <a:gd name="connsiteY81" fmla="*/ 2005351 h 4421876"/>
                <a:gd name="connsiteX82" fmla="*/ 1751879 w 4801503"/>
                <a:gd name="connsiteY82" fmla="*/ 2024275 h 4421876"/>
                <a:gd name="connsiteX83" fmla="*/ 1748380 w 4801503"/>
                <a:gd name="connsiteY83" fmla="*/ 2007687 h 4421876"/>
                <a:gd name="connsiteX84" fmla="*/ 1063482 w 4801503"/>
                <a:gd name="connsiteY84" fmla="*/ 2429495 h 4421876"/>
                <a:gd name="connsiteX85" fmla="*/ 971360 w 4801503"/>
                <a:gd name="connsiteY85" fmla="*/ 2504015 h 4421876"/>
                <a:gd name="connsiteX86" fmla="*/ 887302 w 4801503"/>
                <a:gd name="connsiteY86" fmla="*/ 2576536 h 4421876"/>
                <a:gd name="connsiteX87" fmla="*/ 883098 w 4801503"/>
                <a:gd name="connsiteY87" fmla="*/ 2578019 h 4421876"/>
                <a:gd name="connsiteX88" fmla="*/ 882694 w 4801503"/>
                <a:gd name="connsiteY88" fmla="*/ 2580511 h 4421876"/>
                <a:gd name="connsiteX89" fmla="*/ 881511 w 4801503"/>
                <a:gd name="connsiteY89" fmla="*/ 2581531 h 4421876"/>
                <a:gd name="connsiteX90" fmla="*/ 466244 w 4801503"/>
                <a:gd name="connsiteY90" fmla="*/ 3087897 h 4421876"/>
                <a:gd name="connsiteX91" fmla="*/ 285439 w 4801503"/>
                <a:gd name="connsiteY91" fmla="*/ 3628119 h 4421876"/>
                <a:gd name="connsiteX92" fmla="*/ 270508 w 4801503"/>
                <a:gd name="connsiteY92" fmla="*/ 3656928 h 4421876"/>
                <a:gd name="connsiteX93" fmla="*/ 272982 w 4801503"/>
                <a:gd name="connsiteY93" fmla="*/ 3663559 h 4421876"/>
                <a:gd name="connsiteX94" fmla="*/ 268142 w 4801503"/>
                <a:gd name="connsiteY94" fmla="*/ 3658722 h 4421876"/>
                <a:gd name="connsiteX95" fmla="*/ 190003 w 4801503"/>
                <a:gd name="connsiteY95" fmla="*/ 3583200 h 4421876"/>
                <a:gd name="connsiteX96" fmla="*/ 126041 w 4801503"/>
                <a:gd name="connsiteY96" fmla="*/ 3521254 h 4421876"/>
                <a:gd name="connsiteX97" fmla="*/ 125398 w 4801503"/>
                <a:gd name="connsiteY97" fmla="*/ 3518140 h 4421876"/>
                <a:gd name="connsiteX98" fmla="*/ 103468 w 4801503"/>
                <a:gd name="connsiteY98" fmla="*/ 3491854 h 4421876"/>
                <a:gd name="connsiteX99" fmla="*/ 5251 w 4801503"/>
                <a:gd name="connsiteY99" fmla="*/ 3179792 h 4421876"/>
                <a:gd name="connsiteX100" fmla="*/ 5251 w 4801503"/>
                <a:gd name="connsiteY100" fmla="*/ 2992848 h 4421876"/>
                <a:gd name="connsiteX101" fmla="*/ 148028 w 4801503"/>
                <a:gd name="connsiteY101" fmla="*/ 2548096 h 4421876"/>
                <a:gd name="connsiteX102" fmla="*/ 364993 w 4801503"/>
                <a:gd name="connsiteY102" fmla="*/ 2225940 h 4421876"/>
                <a:gd name="connsiteX103" fmla="*/ 555596 w 4801503"/>
                <a:gd name="connsiteY103" fmla="*/ 2016706 h 4421876"/>
                <a:gd name="connsiteX104" fmla="*/ 1043419 w 4801503"/>
                <a:gd name="connsiteY104" fmla="*/ 1641558 h 4421876"/>
                <a:gd name="connsiteX105" fmla="*/ 1106642 w 4801503"/>
                <a:gd name="connsiteY105" fmla="*/ 1599291 h 4421876"/>
                <a:gd name="connsiteX106" fmla="*/ 1116015 w 4801503"/>
                <a:gd name="connsiteY106" fmla="*/ 1597557 h 4421876"/>
                <a:gd name="connsiteX107" fmla="*/ 1820664 w 4801503"/>
                <a:gd name="connsiteY107" fmla="*/ 1294274 h 4421876"/>
                <a:gd name="connsiteX108" fmla="*/ 1820684 w 4801503"/>
                <a:gd name="connsiteY108" fmla="*/ 1294190 h 4421876"/>
                <a:gd name="connsiteX109" fmla="*/ 1988939 w 4801503"/>
                <a:gd name="connsiteY109" fmla="*/ 1250902 h 4421876"/>
                <a:gd name="connsiteX110" fmla="*/ 2169539 w 4801503"/>
                <a:gd name="connsiteY110" fmla="*/ 1217414 h 4421876"/>
                <a:gd name="connsiteX111" fmla="*/ 2385426 w 4801503"/>
                <a:gd name="connsiteY111" fmla="*/ 1195728 h 4421876"/>
                <a:gd name="connsiteX112" fmla="*/ 2602537 w 4801503"/>
                <a:gd name="connsiteY112" fmla="*/ 1195965 h 4421876"/>
                <a:gd name="connsiteX113" fmla="*/ 2641876 w 4801503"/>
                <a:gd name="connsiteY113" fmla="*/ 1198594 h 4421876"/>
                <a:gd name="connsiteX114" fmla="*/ 2671241 w 4801503"/>
                <a:gd name="connsiteY114" fmla="*/ 1211292 h 4421876"/>
                <a:gd name="connsiteX115" fmla="*/ 3257847 w 4801503"/>
                <a:gd name="connsiteY115" fmla="*/ 1270240 h 4421876"/>
                <a:gd name="connsiteX116" fmla="*/ 3254577 w 4801503"/>
                <a:gd name="connsiteY116" fmla="*/ 1269577 h 4421876"/>
                <a:gd name="connsiteX117" fmla="*/ 3252034 w 4801503"/>
                <a:gd name="connsiteY117" fmla="*/ 1240361 h 4421876"/>
                <a:gd name="connsiteX118" fmla="*/ 3241302 w 4801503"/>
                <a:gd name="connsiteY118" fmla="*/ 1198909 h 4421876"/>
                <a:gd name="connsiteX119" fmla="*/ 3022470 w 4801503"/>
                <a:gd name="connsiteY119" fmla="*/ 614107 h 4421876"/>
                <a:gd name="connsiteX120" fmla="*/ 2572675 w 4801503"/>
                <a:gd name="connsiteY120" fmla="*/ 105638 h 4421876"/>
                <a:gd name="connsiteX121" fmla="*/ 2560894 w 4801503"/>
                <a:gd name="connsiteY121" fmla="*/ 96386 h 4421876"/>
                <a:gd name="connsiteX122" fmla="*/ 2556153 w 4801503"/>
                <a:gd name="connsiteY122" fmla="*/ 82211 h 4421876"/>
                <a:gd name="connsiteX123" fmla="*/ 2565394 w 4801503"/>
                <a:gd name="connsiteY123" fmla="*/ 80688 h 4421876"/>
                <a:gd name="connsiteX124" fmla="*/ 2630671 w 4801503"/>
                <a:gd name="connsiteY124" fmla="*/ 47778 h 4421876"/>
                <a:gd name="connsiteX125" fmla="*/ 2728420 w 4801503"/>
                <a:gd name="connsiteY125" fmla="*/ 19567 h 4421876"/>
                <a:gd name="connsiteX126" fmla="*/ 2818345 w 4801503"/>
                <a:gd name="connsiteY126" fmla="*/ 2388 h 4421876"/>
                <a:gd name="connsiteX127" fmla="*/ 2818802 w 4801503"/>
                <a:gd name="connsiteY127" fmla="*/ 2388 h 4421876"/>
                <a:gd name="connsiteX128" fmla="*/ 2892426 w 4801503"/>
                <a:gd name="connsiteY128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61840 w 4801503"/>
                <a:gd name="connsiteY75" fmla="*/ 1789594 h 4421876"/>
                <a:gd name="connsiteX76" fmla="*/ 2570725 w 4801503"/>
                <a:gd name="connsiteY76" fmla="*/ 1798578 h 4421876"/>
                <a:gd name="connsiteX77" fmla="*/ 2579721 w 4801503"/>
                <a:gd name="connsiteY77" fmla="*/ 1805112 h 4421876"/>
                <a:gd name="connsiteX78" fmla="*/ 2574593 w 4801503"/>
                <a:gd name="connsiteY78" fmla="*/ 1814087 h 4421876"/>
                <a:gd name="connsiteX79" fmla="*/ 2568942 w 4801503"/>
                <a:gd name="connsiteY79" fmla="*/ 1809996 h 4421876"/>
                <a:gd name="connsiteX80" fmla="*/ 2320715 w 4801503"/>
                <a:gd name="connsiteY80" fmla="*/ 1850792 h 4421876"/>
                <a:gd name="connsiteX81" fmla="*/ 1804664 w 4801503"/>
                <a:gd name="connsiteY81" fmla="*/ 2005351 h 4421876"/>
                <a:gd name="connsiteX82" fmla="*/ 1751879 w 4801503"/>
                <a:gd name="connsiteY82" fmla="*/ 2024275 h 4421876"/>
                <a:gd name="connsiteX83" fmla="*/ 1748380 w 4801503"/>
                <a:gd name="connsiteY83" fmla="*/ 2007687 h 4421876"/>
                <a:gd name="connsiteX84" fmla="*/ 1063482 w 4801503"/>
                <a:gd name="connsiteY84" fmla="*/ 2429495 h 4421876"/>
                <a:gd name="connsiteX85" fmla="*/ 971360 w 4801503"/>
                <a:gd name="connsiteY85" fmla="*/ 2504015 h 4421876"/>
                <a:gd name="connsiteX86" fmla="*/ 887302 w 4801503"/>
                <a:gd name="connsiteY86" fmla="*/ 2576536 h 4421876"/>
                <a:gd name="connsiteX87" fmla="*/ 883098 w 4801503"/>
                <a:gd name="connsiteY87" fmla="*/ 2578019 h 4421876"/>
                <a:gd name="connsiteX88" fmla="*/ 882694 w 4801503"/>
                <a:gd name="connsiteY88" fmla="*/ 2580511 h 4421876"/>
                <a:gd name="connsiteX89" fmla="*/ 881511 w 4801503"/>
                <a:gd name="connsiteY89" fmla="*/ 2581531 h 4421876"/>
                <a:gd name="connsiteX90" fmla="*/ 466244 w 4801503"/>
                <a:gd name="connsiteY90" fmla="*/ 3087897 h 4421876"/>
                <a:gd name="connsiteX91" fmla="*/ 285439 w 4801503"/>
                <a:gd name="connsiteY91" fmla="*/ 3628119 h 4421876"/>
                <a:gd name="connsiteX92" fmla="*/ 270508 w 4801503"/>
                <a:gd name="connsiteY92" fmla="*/ 3656928 h 4421876"/>
                <a:gd name="connsiteX93" fmla="*/ 272982 w 4801503"/>
                <a:gd name="connsiteY93" fmla="*/ 3663559 h 4421876"/>
                <a:gd name="connsiteX94" fmla="*/ 268142 w 4801503"/>
                <a:gd name="connsiteY94" fmla="*/ 3658722 h 4421876"/>
                <a:gd name="connsiteX95" fmla="*/ 190003 w 4801503"/>
                <a:gd name="connsiteY95" fmla="*/ 3583200 h 4421876"/>
                <a:gd name="connsiteX96" fmla="*/ 126041 w 4801503"/>
                <a:gd name="connsiteY96" fmla="*/ 3521254 h 4421876"/>
                <a:gd name="connsiteX97" fmla="*/ 125398 w 4801503"/>
                <a:gd name="connsiteY97" fmla="*/ 3518140 h 4421876"/>
                <a:gd name="connsiteX98" fmla="*/ 103468 w 4801503"/>
                <a:gd name="connsiteY98" fmla="*/ 3491854 h 4421876"/>
                <a:gd name="connsiteX99" fmla="*/ 5251 w 4801503"/>
                <a:gd name="connsiteY99" fmla="*/ 3179792 h 4421876"/>
                <a:gd name="connsiteX100" fmla="*/ 5251 w 4801503"/>
                <a:gd name="connsiteY100" fmla="*/ 2992848 h 4421876"/>
                <a:gd name="connsiteX101" fmla="*/ 148028 w 4801503"/>
                <a:gd name="connsiteY101" fmla="*/ 2548096 h 4421876"/>
                <a:gd name="connsiteX102" fmla="*/ 364993 w 4801503"/>
                <a:gd name="connsiteY102" fmla="*/ 2225940 h 4421876"/>
                <a:gd name="connsiteX103" fmla="*/ 555596 w 4801503"/>
                <a:gd name="connsiteY103" fmla="*/ 2016706 h 4421876"/>
                <a:gd name="connsiteX104" fmla="*/ 1043419 w 4801503"/>
                <a:gd name="connsiteY104" fmla="*/ 1641558 h 4421876"/>
                <a:gd name="connsiteX105" fmla="*/ 1106642 w 4801503"/>
                <a:gd name="connsiteY105" fmla="*/ 1599291 h 4421876"/>
                <a:gd name="connsiteX106" fmla="*/ 1116015 w 4801503"/>
                <a:gd name="connsiteY106" fmla="*/ 1597557 h 4421876"/>
                <a:gd name="connsiteX107" fmla="*/ 1820664 w 4801503"/>
                <a:gd name="connsiteY107" fmla="*/ 1294274 h 4421876"/>
                <a:gd name="connsiteX108" fmla="*/ 1820684 w 4801503"/>
                <a:gd name="connsiteY108" fmla="*/ 1294190 h 4421876"/>
                <a:gd name="connsiteX109" fmla="*/ 1988939 w 4801503"/>
                <a:gd name="connsiteY109" fmla="*/ 1250902 h 4421876"/>
                <a:gd name="connsiteX110" fmla="*/ 2169539 w 4801503"/>
                <a:gd name="connsiteY110" fmla="*/ 1217414 h 4421876"/>
                <a:gd name="connsiteX111" fmla="*/ 2385426 w 4801503"/>
                <a:gd name="connsiteY111" fmla="*/ 1195728 h 4421876"/>
                <a:gd name="connsiteX112" fmla="*/ 2602537 w 4801503"/>
                <a:gd name="connsiteY112" fmla="*/ 1195965 h 4421876"/>
                <a:gd name="connsiteX113" fmla="*/ 2641876 w 4801503"/>
                <a:gd name="connsiteY113" fmla="*/ 1198594 h 4421876"/>
                <a:gd name="connsiteX114" fmla="*/ 3257847 w 4801503"/>
                <a:gd name="connsiteY114" fmla="*/ 1270240 h 4421876"/>
                <a:gd name="connsiteX115" fmla="*/ 3254577 w 4801503"/>
                <a:gd name="connsiteY115" fmla="*/ 1269577 h 4421876"/>
                <a:gd name="connsiteX116" fmla="*/ 3252034 w 4801503"/>
                <a:gd name="connsiteY116" fmla="*/ 1240361 h 4421876"/>
                <a:gd name="connsiteX117" fmla="*/ 3241302 w 4801503"/>
                <a:gd name="connsiteY117" fmla="*/ 1198909 h 4421876"/>
                <a:gd name="connsiteX118" fmla="*/ 3022470 w 4801503"/>
                <a:gd name="connsiteY118" fmla="*/ 614107 h 4421876"/>
                <a:gd name="connsiteX119" fmla="*/ 2572675 w 4801503"/>
                <a:gd name="connsiteY119" fmla="*/ 105638 h 4421876"/>
                <a:gd name="connsiteX120" fmla="*/ 2560894 w 4801503"/>
                <a:gd name="connsiteY120" fmla="*/ 96386 h 4421876"/>
                <a:gd name="connsiteX121" fmla="*/ 2556153 w 4801503"/>
                <a:gd name="connsiteY121" fmla="*/ 82211 h 4421876"/>
                <a:gd name="connsiteX122" fmla="*/ 2565394 w 4801503"/>
                <a:gd name="connsiteY122" fmla="*/ 80688 h 4421876"/>
                <a:gd name="connsiteX123" fmla="*/ 2630671 w 4801503"/>
                <a:gd name="connsiteY123" fmla="*/ 47778 h 4421876"/>
                <a:gd name="connsiteX124" fmla="*/ 2728420 w 4801503"/>
                <a:gd name="connsiteY124" fmla="*/ 19567 h 4421876"/>
                <a:gd name="connsiteX125" fmla="*/ 2818345 w 4801503"/>
                <a:gd name="connsiteY125" fmla="*/ 2388 h 4421876"/>
                <a:gd name="connsiteX126" fmla="*/ 2818802 w 4801503"/>
                <a:gd name="connsiteY126" fmla="*/ 2388 h 4421876"/>
                <a:gd name="connsiteX127" fmla="*/ 2892426 w 4801503"/>
                <a:gd name="connsiteY127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70725 w 4801503"/>
                <a:gd name="connsiteY75" fmla="*/ 1798578 h 4421876"/>
                <a:gd name="connsiteX76" fmla="*/ 2579721 w 4801503"/>
                <a:gd name="connsiteY76" fmla="*/ 1805112 h 4421876"/>
                <a:gd name="connsiteX77" fmla="*/ 2574593 w 4801503"/>
                <a:gd name="connsiteY77" fmla="*/ 1814087 h 4421876"/>
                <a:gd name="connsiteX78" fmla="*/ 2568942 w 4801503"/>
                <a:gd name="connsiteY78" fmla="*/ 1809996 h 4421876"/>
                <a:gd name="connsiteX79" fmla="*/ 2320715 w 4801503"/>
                <a:gd name="connsiteY79" fmla="*/ 1850792 h 4421876"/>
                <a:gd name="connsiteX80" fmla="*/ 1804664 w 4801503"/>
                <a:gd name="connsiteY80" fmla="*/ 2005351 h 4421876"/>
                <a:gd name="connsiteX81" fmla="*/ 1751879 w 4801503"/>
                <a:gd name="connsiteY81" fmla="*/ 2024275 h 4421876"/>
                <a:gd name="connsiteX82" fmla="*/ 1748380 w 4801503"/>
                <a:gd name="connsiteY82" fmla="*/ 2007687 h 4421876"/>
                <a:gd name="connsiteX83" fmla="*/ 1063482 w 4801503"/>
                <a:gd name="connsiteY83" fmla="*/ 2429495 h 4421876"/>
                <a:gd name="connsiteX84" fmla="*/ 971360 w 4801503"/>
                <a:gd name="connsiteY84" fmla="*/ 2504015 h 4421876"/>
                <a:gd name="connsiteX85" fmla="*/ 887302 w 4801503"/>
                <a:gd name="connsiteY85" fmla="*/ 2576536 h 4421876"/>
                <a:gd name="connsiteX86" fmla="*/ 883098 w 4801503"/>
                <a:gd name="connsiteY86" fmla="*/ 2578019 h 4421876"/>
                <a:gd name="connsiteX87" fmla="*/ 882694 w 4801503"/>
                <a:gd name="connsiteY87" fmla="*/ 2580511 h 4421876"/>
                <a:gd name="connsiteX88" fmla="*/ 881511 w 4801503"/>
                <a:gd name="connsiteY88" fmla="*/ 2581531 h 4421876"/>
                <a:gd name="connsiteX89" fmla="*/ 466244 w 4801503"/>
                <a:gd name="connsiteY89" fmla="*/ 3087897 h 4421876"/>
                <a:gd name="connsiteX90" fmla="*/ 285439 w 4801503"/>
                <a:gd name="connsiteY90" fmla="*/ 3628119 h 4421876"/>
                <a:gd name="connsiteX91" fmla="*/ 270508 w 4801503"/>
                <a:gd name="connsiteY91" fmla="*/ 3656928 h 4421876"/>
                <a:gd name="connsiteX92" fmla="*/ 272982 w 4801503"/>
                <a:gd name="connsiteY92" fmla="*/ 3663559 h 4421876"/>
                <a:gd name="connsiteX93" fmla="*/ 268142 w 4801503"/>
                <a:gd name="connsiteY93" fmla="*/ 3658722 h 4421876"/>
                <a:gd name="connsiteX94" fmla="*/ 190003 w 4801503"/>
                <a:gd name="connsiteY94" fmla="*/ 3583200 h 4421876"/>
                <a:gd name="connsiteX95" fmla="*/ 126041 w 4801503"/>
                <a:gd name="connsiteY95" fmla="*/ 3521254 h 4421876"/>
                <a:gd name="connsiteX96" fmla="*/ 125398 w 4801503"/>
                <a:gd name="connsiteY96" fmla="*/ 3518140 h 4421876"/>
                <a:gd name="connsiteX97" fmla="*/ 103468 w 4801503"/>
                <a:gd name="connsiteY97" fmla="*/ 3491854 h 4421876"/>
                <a:gd name="connsiteX98" fmla="*/ 5251 w 4801503"/>
                <a:gd name="connsiteY98" fmla="*/ 3179792 h 4421876"/>
                <a:gd name="connsiteX99" fmla="*/ 5251 w 4801503"/>
                <a:gd name="connsiteY99" fmla="*/ 2992848 h 4421876"/>
                <a:gd name="connsiteX100" fmla="*/ 148028 w 4801503"/>
                <a:gd name="connsiteY100" fmla="*/ 2548096 h 4421876"/>
                <a:gd name="connsiteX101" fmla="*/ 364993 w 4801503"/>
                <a:gd name="connsiteY101" fmla="*/ 2225940 h 4421876"/>
                <a:gd name="connsiteX102" fmla="*/ 555596 w 4801503"/>
                <a:gd name="connsiteY102" fmla="*/ 2016706 h 4421876"/>
                <a:gd name="connsiteX103" fmla="*/ 1043419 w 4801503"/>
                <a:gd name="connsiteY103" fmla="*/ 1641558 h 4421876"/>
                <a:gd name="connsiteX104" fmla="*/ 1106642 w 4801503"/>
                <a:gd name="connsiteY104" fmla="*/ 1599291 h 4421876"/>
                <a:gd name="connsiteX105" fmla="*/ 1116015 w 4801503"/>
                <a:gd name="connsiteY105" fmla="*/ 1597557 h 4421876"/>
                <a:gd name="connsiteX106" fmla="*/ 1820664 w 4801503"/>
                <a:gd name="connsiteY106" fmla="*/ 1294274 h 4421876"/>
                <a:gd name="connsiteX107" fmla="*/ 1820684 w 4801503"/>
                <a:gd name="connsiteY107" fmla="*/ 1294190 h 4421876"/>
                <a:gd name="connsiteX108" fmla="*/ 1988939 w 4801503"/>
                <a:gd name="connsiteY108" fmla="*/ 1250902 h 4421876"/>
                <a:gd name="connsiteX109" fmla="*/ 2169539 w 4801503"/>
                <a:gd name="connsiteY109" fmla="*/ 1217414 h 4421876"/>
                <a:gd name="connsiteX110" fmla="*/ 2385426 w 4801503"/>
                <a:gd name="connsiteY110" fmla="*/ 1195728 h 4421876"/>
                <a:gd name="connsiteX111" fmla="*/ 2602537 w 4801503"/>
                <a:gd name="connsiteY111" fmla="*/ 1195965 h 4421876"/>
                <a:gd name="connsiteX112" fmla="*/ 2641876 w 4801503"/>
                <a:gd name="connsiteY112" fmla="*/ 1198594 h 4421876"/>
                <a:gd name="connsiteX113" fmla="*/ 3257847 w 4801503"/>
                <a:gd name="connsiteY113" fmla="*/ 1270240 h 4421876"/>
                <a:gd name="connsiteX114" fmla="*/ 3254577 w 4801503"/>
                <a:gd name="connsiteY114" fmla="*/ 1269577 h 4421876"/>
                <a:gd name="connsiteX115" fmla="*/ 3252034 w 4801503"/>
                <a:gd name="connsiteY115" fmla="*/ 1240361 h 4421876"/>
                <a:gd name="connsiteX116" fmla="*/ 3241302 w 4801503"/>
                <a:gd name="connsiteY116" fmla="*/ 1198909 h 4421876"/>
                <a:gd name="connsiteX117" fmla="*/ 3022470 w 4801503"/>
                <a:gd name="connsiteY117" fmla="*/ 614107 h 4421876"/>
                <a:gd name="connsiteX118" fmla="*/ 2572675 w 4801503"/>
                <a:gd name="connsiteY118" fmla="*/ 105638 h 4421876"/>
                <a:gd name="connsiteX119" fmla="*/ 2560894 w 4801503"/>
                <a:gd name="connsiteY119" fmla="*/ 96386 h 4421876"/>
                <a:gd name="connsiteX120" fmla="*/ 2556153 w 4801503"/>
                <a:gd name="connsiteY120" fmla="*/ 82211 h 4421876"/>
                <a:gd name="connsiteX121" fmla="*/ 2565394 w 4801503"/>
                <a:gd name="connsiteY121" fmla="*/ 80688 h 4421876"/>
                <a:gd name="connsiteX122" fmla="*/ 2630671 w 4801503"/>
                <a:gd name="connsiteY122" fmla="*/ 47778 h 4421876"/>
                <a:gd name="connsiteX123" fmla="*/ 2728420 w 4801503"/>
                <a:gd name="connsiteY123" fmla="*/ 19567 h 4421876"/>
                <a:gd name="connsiteX124" fmla="*/ 2818345 w 4801503"/>
                <a:gd name="connsiteY124" fmla="*/ 2388 h 4421876"/>
                <a:gd name="connsiteX125" fmla="*/ 2818802 w 4801503"/>
                <a:gd name="connsiteY125" fmla="*/ 2388 h 4421876"/>
                <a:gd name="connsiteX126" fmla="*/ 2892426 w 4801503"/>
                <a:gd name="connsiteY126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70725 w 4801503"/>
                <a:gd name="connsiteY75" fmla="*/ 1798578 h 4421876"/>
                <a:gd name="connsiteX76" fmla="*/ 2579721 w 4801503"/>
                <a:gd name="connsiteY76" fmla="*/ 1805112 h 4421876"/>
                <a:gd name="connsiteX77" fmla="*/ 2574593 w 4801503"/>
                <a:gd name="connsiteY77" fmla="*/ 1814087 h 4421876"/>
                <a:gd name="connsiteX78" fmla="*/ 2320715 w 4801503"/>
                <a:gd name="connsiteY78" fmla="*/ 1850792 h 4421876"/>
                <a:gd name="connsiteX79" fmla="*/ 1804664 w 4801503"/>
                <a:gd name="connsiteY79" fmla="*/ 2005351 h 4421876"/>
                <a:gd name="connsiteX80" fmla="*/ 1751879 w 4801503"/>
                <a:gd name="connsiteY80" fmla="*/ 2024275 h 4421876"/>
                <a:gd name="connsiteX81" fmla="*/ 1748380 w 4801503"/>
                <a:gd name="connsiteY81" fmla="*/ 2007687 h 4421876"/>
                <a:gd name="connsiteX82" fmla="*/ 1063482 w 4801503"/>
                <a:gd name="connsiteY82" fmla="*/ 2429495 h 4421876"/>
                <a:gd name="connsiteX83" fmla="*/ 971360 w 4801503"/>
                <a:gd name="connsiteY83" fmla="*/ 2504015 h 4421876"/>
                <a:gd name="connsiteX84" fmla="*/ 887302 w 4801503"/>
                <a:gd name="connsiteY84" fmla="*/ 2576536 h 4421876"/>
                <a:gd name="connsiteX85" fmla="*/ 883098 w 4801503"/>
                <a:gd name="connsiteY85" fmla="*/ 2578019 h 4421876"/>
                <a:gd name="connsiteX86" fmla="*/ 882694 w 4801503"/>
                <a:gd name="connsiteY86" fmla="*/ 2580511 h 4421876"/>
                <a:gd name="connsiteX87" fmla="*/ 881511 w 4801503"/>
                <a:gd name="connsiteY87" fmla="*/ 2581531 h 4421876"/>
                <a:gd name="connsiteX88" fmla="*/ 466244 w 4801503"/>
                <a:gd name="connsiteY88" fmla="*/ 3087897 h 4421876"/>
                <a:gd name="connsiteX89" fmla="*/ 285439 w 4801503"/>
                <a:gd name="connsiteY89" fmla="*/ 3628119 h 4421876"/>
                <a:gd name="connsiteX90" fmla="*/ 270508 w 4801503"/>
                <a:gd name="connsiteY90" fmla="*/ 3656928 h 4421876"/>
                <a:gd name="connsiteX91" fmla="*/ 272982 w 4801503"/>
                <a:gd name="connsiteY91" fmla="*/ 3663559 h 4421876"/>
                <a:gd name="connsiteX92" fmla="*/ 268142 w 4801503"/>
                <a:gd name="connsiteY92" fmla="*/ 3658722 h 4421876"/>
                <a:gd name="connsiteX93" fmla="*/ 190003 w 4801503"/>
                <a:gd name="connsiteY93" fmla="*/ 3583200 h 4421876"/>
                <a:gd name="connsiteX94" fmla="*/ 126041 w 4801503"/>
                <a:gd name="connsiteY94" fmla="*/ 3521254 h 4421876"/>
                <a:gd name="connsiteX95" fmla="*/ 125398 w 4801503"/>
                <a:gd name="connsiteY95" fmla="*/ 3518140 h 4421876"/>
                <a:gd name="connsiteX96" fmla="*/ 103468 w 4801503"/>
                <a:gd name="connsiteY96" fmla="*/ 3491854 h 4421876"/>
                <a:gd name="connsiteX97" fmla="*/ 5251 w 4801503"/>
                <a:gd name="connsiteY97" fmla="*/ 3179792 h 4421876"/>
                <a:gd name="connsiteX98" fmla="*/ 5251 w 4801503"/>
                <a:gd name="connsiteY98" fmla="*/ 2992848 h 4421876"/>
                <a:gd name="connsiteX99" fmla="*/ 148028 w 4801503"/>
                <a:gd name="connsiteY99" fmla="*/ 2548096 h 4421876"/>
                <a:gd name="connsiteX100" fmla="*/ 364993 w 4801503"/>
                <a:gd name="connsiteY100" fmla="*/ 2225940 h 4421876"/>
                <a:gd name="connsiteX101" fmla="*/ 555596 w 4801503"/>
                <a:gd name="connsiteY101" fmla="*/ 2016706 h 4421876"/>
                <a:gd name="connsiteX102" fmla="*/ 1043419 w 4801503"/>
                <a:gd name="connsiteY102" fmla="*/ 1641558 h 4421876"/>
                <a:gd name="connsiteX103" fmla="*/ 1106642 w 4801503"/>
                <a:gd name="connsiteY103" fmla="*/ 1599291 h 4421876"/>
                <a:gd name="connsiteX104" fmla="*/ 1116015 w 4801503"/>
                <a:gd name="connsiteY104" fmla="*/ 1597557 h 4421876"/>
                <a:gd name="connsiteX105" fmla="*/ 1820664 w 4801503"/>
                <a:gd name="connsiteY105" fmla="*/ 1294274 h 4421876"/>
                <a:gd name="connsiteX106" fmla="*/ 1820684 w 4801503"/>
                <a:gd name="connsiteY106" fmla="*/ 1294190 h 4421876"/>
                <a:gd name="connsiteX107" fmla="*/ 1988939 w 4801503"/>
                <a:gd name="connsiteY107" fmla="*/ 1250902 h 4421876"/>
                <a:gd name="connsiteX108" fmla="*/ 2169539 w 4801503"/>
                <a:gd name="connsiteY108" fmla="*/ 1217414 h 4421876"/>
                <a:gd name="connsiteX109" fmla="*/ 2385426 w 4801503"/>
                <a:gd name="connsiteY109" fmla="*/ 1195728 h 4421876"/>
                <a:gd name="connsiteX110" fmla="*/ 2602537 w 4801503"/>
                <a:gd name="connsiteY110" fmla="*/ 1195965 h 4421876"/>
                <a:gd name="connsiteX111" fmla="*/ 2641876 w 4801503"/>
                <a:gd name="connsiteY111" fmla="*/ 1198594 h 4421876"/>
                <a:gd name="connsiteX112" fmla="*/ 3257847 w 4801503"/>
                <a:gd name="connsiteY112" fmla="*/ 1270240 h 4421876"/>
                <a:gd name="connsiteX113" fmla="*/ 3254577 w 4801503"/>
                <a:gd name="connsiteY113" fmla="*/ 1269577 h 4421876"/>
                <a:gd name="connsiteX114" fmla="*/ 3252034 w 4801503"/>
                <a:gd name="connsiteY114" fmla="*/ 1240361 h 4421876"/>
                <a:gd name="connsiteX115" fmla="*/ 3241302 w 4801503"/>
                <a:gd name="connsiteY115" fmla="*/ 1198909 h 4421876"/>
                <a:gd name="connsiteX116" fmla="*/ 3022470 w 4801503"/>
                <a:gd name="connsiteY116" fmla="*/ 614107 h 4421876"/>
                <a:gd name="connsiteX117" fmla="*/ 2572675 w 4801503"/>
                <a:gd name="connsiteY117" fmla="*/ 105638 h 4421876"/>
                <a:gd name="connsiteX118" fmla="*/ 2560894 w 4801503"/>
                <a:gd name="connsiteY118" fmla="*/ 96386 h 4421876"/>
                <a:gd name="connsiteX119" fmla="*/ 2556153 w 4801503"/>
                <a:gd name="connsiteY119" fmla="*/ 82211 h 4421876"/>
                <a:gd name="connsiteX120" fmla="*/ 2565394 w 4801503"/>
                <a:gd name="connsiteY120" fmla="*/ 80688 h 4421876"/>
                <a:gd name="connsiteX121" fmla="*/ 2630671 w 4801503"/>
                <a:gd name="connsiteY121" fmla="*/ 47778 h 4421876"/>
                <a:gd name="connsiteX122" fmla="*/ 2728420 w 4801503"/>
                <a:gd name="connsiteY122" fmla="*/ 19567 h 4421876"/>
                <a:gd name="connsiteX123" fmla="*/ 2818345 w 4801503"/>
                <a:gd name="connsiteY123" fmla="*/ 2388 h 4421876"/>
                <a:gd name="connsiteX124" fmla="*/ 2818802 w 4801503"/>
                <a:gd name="connsiteY124" fmla="*/ 2388 h 4421876"/>
                <a:gd name="connsiteX125" fmla="*/ 2892426 w 4801503"/>
                <a:gd name="connsiteY125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70725 w 4801503"/>
                <a:gd name="connsiteY75" fmla="*/ 1798578 h 4421876"/>
                <a:gd name="connsiteX76" fmla="*/ 2579721 w 4801503"/>
                <a:gd name="connsiteY76" fmla="*/ 1805112 h 4421876"/>
                <a:gd name="connsiteX77" fmla="*/ 2320715 w 4801503"/>
                <a:gd name="connsiteY77" fmla="*/ 1850792 h 4421876"/>
                <a:gd name="connsiteX78" fmla="*/ 1804664 w 4801503"/>
                <a:gd name="connsiteY78" fmla="*/ 2005351 h 4421876"/>
                <a:gd name="connsiteX79" fmla="*/ 1751879 w 4801503"/>
                <a:gd name="connsiteY79" fmla="*/ 2024275 h 4421876"/>
                <a:gd name="connsiteX80" fmla="*/ 1748380 w 4801503"/>
                <a:gd name="connsiteY80" fmla="*/ 2007687 h 4421876"/>
                <a:gd name="connsiteX81" fmla="*/ 1063482 w 4801503"/>
                <a:gd name="connsiteY81" fmla="*/ 2429495 h 4421876"/>
                <a:gd name="connsiteX82" fmla="*/ 971360 w 4801503"/>
                <a:gd name="connsiteY82" fmla="*/ 2504015 h 4421876"/>
                <a:gd name="connsiteX83" fmla="*/ 887302 w 4801503"/>
                <a:gd name="connsiteY83" fmla="*/ 2576536 h 4421876"/>
                <a:gd name="connsiteX84" fmla="*/ 883098 w 4801503"/>
                <a:gd name="connsiteY84" fmla="*/ 2578019 h 4421876"/>
                <a:gd name="connsiteX85" fmla="*/ 882694 w 4801503"/>
                <a:gd name="connsiteY85" fmla="*/ 2580511 h 4421876"/>
                <a:gd name="connsiteX86" fmla="*/ 881511 w 4801503"/>
                <a:gd name="connsiteY86" fmla="*/ 2581531 h 4421876"/>
                <a:gd name="connsiteX87" fmla="*/ 466244 w 4801503"/>
                <a:gd name="connsiteY87" fmla="*/ 3087897 h 4421876"/>
                <a:gd name="connsiteX88" fmla="*/ 285439 w 4801503"/>
                <a:gd name="connsiteY88" fmla="*/ 3628119 h 4421876"/>
                <a:gd name="connsiteX89" fmla="*/ 270508 w 4801503"/>
                <a:gd name="connsiteY89" fmla="*/ 3656928 h 4421876"/>
                <a:gd name="connsiteX90" fmla="*/ 272982 w 4801503"/>
                <a:gd name="connsiteY90" fmla="*/ 3663559 h 4421876"/>
                <a:gd name="connsiteX91" fmla="*/ 268142 w 4801503"/>
                <a:gd name="connsiteY91" fmla="*/ 3658722 h 4421876"/>
                <a:gd name="connsiteX92" fmla="*/ 190003 w 4801503"/>
                <a:gd name="connsiteY92" fmla="*/ 3583200 h 4421876"/>
                <a:gd name="connsiteX93" fmla="*/ 126041 w 4801503"/>
                <a:gd name="connsiteY93" fmla="*/ 3521254 h 4421876"/>
                <a:gd name="connsiteX94" fmla="*/ 125398 w 4801503"/>
                <a:gd name="connsiteY94" fmla="*/ 3518140 h 4421876"/>
                <a:gd name="connsiteX95" fmla="*/ 103468 w 4801503"/>
                <a:gd name="connsiteY95" fmla="*/ 3491854 h 4421876"/>
                <a:gd name="connsiteX96" fmla="*/ 5251 w 4801503"/>
                <a:gd name="connsiteY96" fmla="*/ 3179792 h 4421876"/>
                <a:gd name="connsiteX97" fmla="*/ 5251 w 4801503"/>
                <a:gd name="connsiteY97" fmla="*/ 2992848 h 4421876"/>
                <a:gd name="connsiteX98" fmla="*/ 148028 w 4801503"/>
                <a:gd name="connsiteY98" fmla="*/ 2548096 h 4421876"/>
                <a:gd name="connsiteX99" fmla="*/ 364993 w 4801503"/>
                <a:gd name="connsiteY99" fmla="*/ 2225940 h 4421876"/>
                <a:gd name="connsiteX100" fmla="*/ 555596 w 4801503"/>
                <a:gd name="connsiteY100" fmla="*/ 2016706 h 4421876"/>
                <a:gd name="connsiteX101" fmla="*/ 1043419 w 4801503"/>
                <a:gd name="connsiteY101" fmla="*/ 1641558 h 4421876"/>
                <a:gd name="connsiteX102" fmla="*/ 1106642 w 4801503"/>
                <a:gd name="connsiteY102" fmla="*/ 1599291 h 4421876"/>
                <a:gd name="connsiteX103" fmla="*/ 1116015 w 4801503"/>
                <a:gd name="connsiteY103" fmla="*/ 1597557 h 4421876"/>
                <a:gd name="connsiteX104" fmla="*/ 1820664 w 4801503"/>
                <a:gd name="connsiteY104" fmla="*/ 1294274 h 4421876"/>
                <a:gd name="connsiteX105" fmla="*/ 1820684 w 4801503"/>
                <a:gd name="connsiteY105" fmla="*/ 1294190 h 4421876"/>
                <a:gd name="connsiteX106" fmla="*/ 1988939 w 4801503"/>
                <a:gd name="connsiteY106" fmla="*/ 1250902 h 4421876"/>
                <a:gd name="connsiteX107" fmla="*/ 2169539 w 4801503"/>
                <a:gd name="connsiteY107" fmla="*/ 1217414 h 4421876"/>
                <a:gd name="connsiteX108" fmla="*/ 2385426 w 4801503"/>
                <a:gd name="connsiteY108" fmla="*/ 1195728 h 4421876"/>
                <a:gd name="connsiteX109" fmla="*/ 2602537 w 4801503"/>
                <a:gd name="connsiteY109" fmla="*/ 1195965 h 4421876"/>
                <a:gd name="connsiteX110" fmla="*/ 2641876 w 4801503"/>
                <a:gd name="connsiteY110" fmla="*/ 1198594 h 4421876"/>
                <a:gd name="connsiteX111" fmla="*/ 3257847 w 4801503"/>
                <a:gd name="connsiteY111" fmla="*/ 1270240 h 4421876"/>
                <a:gd name="connsiteX112" fmla="*/ 3254577 w 4801503"/>
                <a:gd name="connsiteY112" fmla="*/ 1269577 h 4421876"/>
                <a:gd name="connsiteX113" fmla="*/ 3252034 w 4801503"/>
                <a:gd name="connsiteY113" fmla="*/ 1240361 h 4421876"/>
                <a:gd name="connsiteX114" fmla="*/ 3241302 w 4801503"/>
                <a:gd name="connsiteY114" fmla="*/ 1198909 h 4421876"/>
                <a:gd name="connsiteX115" fmla="*/ 3022470 w 4801503"/>
                <a:gd name="connsiteY115" fmla="*/ 614107 h 4421876"/>
                <a:gd name="connsiteX116" fmla="*/ 2572675 w 4801503"/>
                <a:gd name="connsiteY116" fmla="*/ 105638 h 4421876"/>
                <a:gd name="connsiteX117" fmla="*/ 2560894 w 4801503"/>
                <a:gd name="connsiteY117" fmla="*/ 96386 h 4421876"/>
                <a:gd name="connsiteX118" fmla="*/ 2556153 w 4801503"/>
                <a:gd name="connsiteY118" fmla="*/ 82211 h 4421876"/>
                <a:gd name="connsiteX119" fmla="*/ 2565394 w 4801503"/>
                <a:gd name="connsiteY119" fmla="*/ 80688 h 4421876"/>
                <a:gd name="connsiteX120" fmla="*/ 2630671 w 4801503"/>
                <a:gd name="connsiteY120" fmla="*/ 47778 h 4421876"/>
                <a:gd name="connsiteX121" fmla="*/ 2728420 w 4801503"/>
                <a:gd name="connsiteY121" fmla="*/ 19567 h 4421876"/>
                <a:gd name="connsiteX122" fmla="*/ 2818345 w 4801503"/>
                <a:gd name="connsiteY122" fmla="*/ 2388 h 4421876"/>
                <a:gd name="connsiteX123" fmla="*/ 2818802 w 4801503"/>
                <a:gd name="connsiteY123" fmla="*/ 2388 h 4421876"/>
                <a:gd name="connsiteX124" fmla="*/ 2892426 w 4801503"/>
                <a:gd name="connsiteY124" fmla="*/ 450 h 4421876"/>
                <a:gd name="connsiteX0" fmla="*/ 2575370 w 4801503"/>
                <a:gd name="connsiteY0" fmla="*/ 4209403 h 4421876"/>
                <a:gd name="connsiteX1" fmla="*/ 2571194 w 4801503"/>
                <a:gd name="connsiteY1" fmla="*/ 4209522 h 4421876"/>
                <a:gd name="connsiteX2" fmla="*/ 2574853 w 4801503"/>
                <a:gd name="connsiteY2" fmla="*/ 4209736 h 4421876"/>
                <a:gd name="connsiteX3" fmla="*/ 2575370 w 4801503"/>
                <a:gd name="connsiteY3" fmla="*/ 4209403 h 4421876"/>
                <a:gd name="connsiteX4" fmla="*/ 1846673 w 4801503"/>
                <a:gd name="connsiteY4" fmla="*/ 3771200 h 4421876"/>
                <a:gd name="connsiteX5" fmla="*/ 1844306 w 4801503"/>
                <a:gd name="connsiteY5" fmla="*/ 3773543 h 4421876"/>
                <a:gd name="connsiteX6" fmla="*/ 1845552 w 4801503"/>
                <a:gd name="connsiteY6" fmla="*/ 3771296 h 4421876"/>
                <a:gd name="connsiteX7" fmla="*/ 1846673 w 4801503"/>
                <a:gd name="connsiteY7" fmla="*/ 3771200 h 4421876"/>
                <a:gd name="connsiteX8" fmla="*/ 4785281 w 4801503"/>
                <a:gd name="connsiteY8" fmla="*/ 3717141 h 4421876"/>
                <a:gd name="connsiteX9" fmla="*/ 4781119 w 4801503"/>
                <a:gd name="connsiteY9" fmla="*/ 3728655 h 4421876"/>
                <a:gd name="connsiteX10" fmla="*/ 4780741 w 4801503"/>
                <a:gd name="connsiteY10" fmla="*/ 3727560 h 4421876"/>
                <a:gd name="connsiteX11" fmla="*/ 4783602 w 4801503"/>
                <a:gd name="connsiteY11" fmla="*/ 3720277 h 4421876"/>
                <a:gd name="connsiteX12" fmla="*/ 4785281 w 4801503"/>
                <a:gd name="connsiteY12" fmla="*/ 3717141 h 4421876"/>
                <a:gd name="connsiteX13" fmla="*/ 272982 w 4801503"/>
                <a:gd name="connsiteY13" fmla="*/ 3663559 h 4421876"/>
                <a:gd name="connsiteX14" fmla="*/ 273767 w 4801503"/>
                <a:gd name="connsiteY14" fmla="*/ 3664343 h 4421876"/>
                <a:gd name="connsiteX15" fmla="*/ 273276 w 4801503"/>
                <a:gd name="connsiteY15" fmla="*/ 3664346 h 4421876"/>
                <a:gd name="connsiteX16" fmla="*/ 272982 w 4801503"/>
                <a:gd name="connsiteY16" fmla="*/ 3663559 h 4421876"/>
                <a:gd name="connsiteX17" fmla="*/ 2892426 w 4801503"/>
                <a:gd name="connsiteY17" fmla="*/ 450 h 4421876"/>
                <a:gd name="connsiteX18" fmla="*/ 3104590 w 4801503"/>
                <a:gd name="connsiteY18" fmla="*/ 48651 h 4421876"/>
                <a:gd name="connsiteX19" fmla="*/ 3478331 w 4801503"/>
                <a:gd name="connsiteY19" fmla="*/ 332956 h 4421876"/>
                <a:gd name="connsiteX20" fmla="*/ 3793980 w 4801503"/>
                <a:gd name="connsiteY20" fmla="*/ 893155 h 4421876"/>
                <a:gd name="connsiteX21" fmla="*/ 3909462 w 4801503"/>
                <a:gd name="connsiteY21" fmla="*/ 1300266 h 4421876"/>
                <a:gd name="connsiteX22" fmla="*/ 3943942 w 4801503"/>
                <a:gd name="connsiteY22" fmla="*/ 1485619 h 4421876"/>
                <a:gd name="connsiteX23" fmla="*/ 3944345 w 4801503"/>
                <a:gd name="connsiteY23" fmla="*/ 1535301 h 4421876"/>
                <a:gd name="connsiteX24" fmla="*/ 3955188 w 4801503"/>
                <a:gd name="connsiteY24" fmla="*/ 2335498 h 4421876"/>
                <a:gd name="connsiteX25" fmla="*/ 3908995 w 4801503"/>
                <a:gd name="connsiteY25" fmla="*/ 2669430 h 4421876"/>
                <a:gd name="connsiteX26" fmla="*/ 3792814 w 4801503"/>
                <a:gd name="connsiteY26" fmla="*/ 3076542 h 4421876"/>
                <a:gd name="connsiteX27" fmla="*/ 3503993 w 4801503"/>
                <a:gd name="connsiteY27" fmla="*/ 3607090 h 4421876"/>
                <a:gd name="connsiteX28" fmla="*/ 3412541 w 4801503"/>
                <a:gd name="connsiteY28" fmla="*/ 3714546 h 4421876"/>
                <a:gd name="connsiteX29" fmla="*/ 3439837 w 4801503"/>
                <a:gd name="connsiteY29" fmla="*/ 3724219 h 4421876"/>
                <a:gd name="connsiteX30" fmla="*/ 3660302 w 4801503"/>
                <a:gd name="connsiteY30" fmla="*/ 3745247 h 4421876"/>
                <a:gd name="connsiteX31" fmla="*/ 3932092 w 4801503"/>
                <a:gd name="connsiteY31" fmla="*/ 3750925 h 4421876"/>
                <a:gd name="connsiteX32" fmla="*/ 4257540 w 4801503"/>
                <a:gd name="connsiteY32" fmla="*/ 3716438 h 4421876"/>
                <a:gd name="connsiteX33" fmla="*/ 4746762 w 4801503"/>
                <a:gd name="connsiteY33" fmla="*/ 3501107 h 4421876"/>
                <a:gd name="connsiteX34" fmla="*/ 4793654 w 4801503"/>
                <a:gd name="connsiteY34" fmla="*/ 3474821 h 4421876"/>
                <a:gd name="connsiteX35" fmla="*/ 4800285 w 4801503"/>
                <a:gd name="connsiteY35" fmla="*/ 3522537 h 4421876"/>
                <a:gd name="connsiteX36" fmla="*/ 4780764 w 4801503"/>
                <a:gd name="connsiteY36" fmla="*/ 3717361 h 4421876"/>
                <a:gd name="connsiteX37" fmla="*/ 4780307 w 4801503"/>
                <a:gd name="connsiteY37" fmla="*/ 3726303 h 4421876"/>
                <a:gd name="connsiteX38" fmla="*/ 4780741 w 4801503"/>
                <a:gd name="connsiteY38" fmla="*/ 3727560 h 4421876"/>
                <a:gd name="connsiteX39" fmla="*/ 4779657 w 4801503"/>
                <a:gd name="connsiteY39" fmla="*/ 3730317 h 4421876"/>
                <a:gd name="connsiteX40" fmla="*/ 4696370 w 4801503"/>
                <a:gd name="connsiteY40" fmla="*/ 3945228 h 4421876"/>
                <a:gd name="connsiteX41" fmla="*/ 4273871 w 4801503"/>
                <a:gd name="connsiteY41" fmla="*/ 4293250 h 4421876"/>
                <a:gd name="connsiteX42" fmla="*/ 3845772 w 4801503"/>
                <a:gd name="connsiteY42" fmla="*/ 4406173 h 4421876"/>
                <a:gd name="connsiteX43" fmla="*/ 3436571 w 4801503"/>
                <a:gd name="connsiteY43" fmla="*/ 4416477 h 4421876"/>
                <a:gd name="connsiteX44" fmla="*/ 2611635 w 4801503"/>
                <a:gd name="connsiteY44" fmla="*/ 4235211 h 4421876"/>
                <a:gd name="connsiteX45" fmla="*/ 2407099 w 4801503"/>
                <a:gd name="connsiteY45" fmla="*/ 4166673 h 4421876"/>
                <a:gd name="connsiteX46" fmla="*/ 1875616 w 4801503"/>
                <a:gd name="connsiteY46" fmla="*/ 3768727 h 4421876"/>
                <a:gd name="connsiteX47" fmla="*/ 1846673 w 4801503"/>
                <a:gd name="connsiteY47" fmla="*/ 3771200 h 4421876"/>
                <a:gd name="connsiteX48" fmla="*/ 1847824 w 4801503"/>
                <a:gd name="connsiteY48" fmla="*/ 3770061 h 4421876"/>
                <a:gd name="connsiteX49" fmla="*/ 1655588 w 4801503"/>
                <a:gd name="connsiteY49" fmla="*/ 3559776 h 4421876"/>
                <a:gd name="connsiteX50" fmla="*/ 1403161 w 4801503"/>
                <a:gd name="connsiteY50" fmla="*/ 3219956 h 4421876"/>
                <a:gd name="connsiteX51" fmla="*/ 1279514 w 4801503"/>
                <a:gd name="connsiteY51" fmla="*/ 3000419 h 4421876"/>
                <a:gd name="connsiteX52" fmla="*/ 1289499 w 4801503"/>
                <a:gd name="connsiteY52" fmla="*/ 2808928 h 4421876"/>
                <a:gd name="connsiteX53" fmla="*/ 1806735 w 4801503"/>
                <a:gd name="connsiteY53" fmla="*/ 2568782 h 4421876"/>
                <a:gd name="connsiteX54" fmla="*/ 1862245 w 4801503"/>
                <a:gd name="connsiteY54" fmla="*/ 2748122 h 4421876"/>
                <a:gd name="connsiteX55" fmla="*/ 1864747 w 4801503"/>
                <a:gd name="connsiteY55" fmla="*/ 2745513 h 4421876"/>
                <a:gd name="connsiteX56" fmla="*/ 1873246 w 4801503"/>
                <a:gd name="connsiteY56" fmla="*/ 2748455 h 4421876"/>
                <a:gd name="connsiteX57" fmla="*/ 1891683 w 4801503"/>
                <a:gd name="connsiteY57" fmla="*/ 2783615 h 4421876"/>
                <a:gd name="connsiteX58" fmla="*/ 2074121 w 4801503"/>
                <a:gd name="connsiteY58" fmla="*/ 3079065 h 4421876"/>
                <a:gd name="connsiteX59" fmla="*/ 2515984 w 4801503"/>
                <a:gd name="connsiteY59" fmla="*/ 3463676 h 4421876"/>
                <a:gd name="connsiteX60" fmla="*/ 2569876 w 4801503"/>
                <a:gd name="connsiteY60" fmla="*/ 3432896 h 4421876"/>
                <a:gd name="connsiteX61" fmla="*/ 2513773 w 4801503"/>
                <a:gd name="connsiteY61" fmla="*/ 3465471 h 4421876"/>
                <a:gd name="connsiteX62" fmla="*/ 2748844 w 4801503"/>
                <a:gd name="connsiteY62" fmla="*/ 3630964 h 4421876"/>
                <a:gd name="connsiteX63" fmla="*/ 2788259 w 4801503"/>
                <a:gd name="connsiteY63" fmla="*/ 3680060 h 4421876"/>
                <a:gd name="connsiteX64" fmla="*/ 3062880 w 4801503"/>
                <a:gd name="connsiteY64" fmla="*/ 3307691 h 4421876"/>
                <a:gd name="connsiteX65" fmla="*/ 3119696 w 4801503"/>
                <a:gd name="connsiteY65" fmla="*/ 3157069 h 4421876"/>
                <a:gd name="connsiteX66" fmla="*/ 3122087 w 4801503"/>
                <a:gd name="connsiteY66" fmla="*/ 3155188 h 4421876"/>
                <a:gd name="connsiteX67" fmla="*/ 3130253 w 4801503"/>
                <a:gd name="connsiteY67" fmla="*/ 3116075 h 4421876"/>
                <a:gd name="connsiteX68" fmla="*/ 3251100 w 4801503"/>
                <a:gd name="connsiteY68" fmla="*/ 2721371 h 4421876"/>
                <a:gd name="connsiteX69" fmla="*/ 3327155 w 4801503"/>
                <a:gd name="connsiteY69" fmla="*/ 2092199 h 4421876"/>
                <a:gd name="connsiteX70" fmla="*/ 3338586 w 4801503"/>
                <a:gd name="connsiteY70" fmla="*/ 2022384 h 4421876"/>
                <a:gd name="connsiteX71" fmla="*/ 3335850 w 4801503"/>
                <a:gd name="connsiteY71" fmla="*/ 2020938 h 4421876"/>
                <a:gd name="connsiteX72" fmla="*/ 3344248 w 4801503"/>
                <a:gd name="connsiteY72" fmla="*/ 2011840 h 4421876"/>
                <a:gd name="connsiteX73" fmla="*/ 3338190 w 4801503"/>
                <a:gd name="connsiteY73" fmla="*/ 1959840 h 4421876"/>
                <a:gd name="connsiteX74" fmla="*/ 2784636 w 4801503"/>
                <a:gd name="connsiteY74" fmla="*/ 1795959 h 4421876"/>
                <a:gd name="connsiteX75" fmla="*/ 2570725 w 4801503"/>
                <a:gd name="connsiteY75" fmla="*/ 1798578 h 4421876"/>
                <a:gd name="connsiteX76" fmla="*/ 2320715 w 4801503"/>
                <a:gd name="connsiteY76" fmla="*/ 1850792 h 4421876"/>
                <a:gd name="connsiteX77" fmla="*/ 1804664 w 4801503"/>
                <a:gd name="connsiteY77" fmla="*/ 2005351 h 4421876"/>
                <a:gd name="connsiteX78" fmla="*/ 1751879 w 4801503"/>
                <a:gd name="connsiteY78" fmla="*/ 2024275 h 4421876"/>
                <a:gd name="connsiteX79" fmla="*/ 1748380 w 4801503"/>
                <a:gd name="connsiteY79" fmla="*/ 2007687 h 4421876"/>
                <a:gd name="connsiteX80" fmla="*/ 1063482 w 4801503"/>
                <a:gd name="connsiteY80" fmla="*/ 2429495 h 4421876"/>
                <a:gd name="connsiteX81" fmla="*/ 971360 w 4801503"/>
                <a:gd name="connsiteY81" fmla="*/ 2504015 h 4421876"/>
                <a:gd name="connsiteX82" fmla="*/ 887302 w 4801503"/>
                <a:gd name="connsiteY82" fmla="*/ 2576536 h 4421876"/>
                <a:gd name="connsiteX83" fmla="*/ 883098 w 4801503"/>
                <a:gd name="connsiteY83" fmla="*/ 2578019 h 4421876"/>
                <a:gd name="connsiteX84" fmla="*/ 882694 w 4801503"/>
                <a:gd name="connsiteY84" fmla="*/ 2580511 h 4421876"/>
                <a:gd name="connsiteX85" fmla="*/ 881511 w 4801503"/>
                <a:gd name="connsiteY85" fmla="*/ 2581531 h 4421876"/>
                <a:gd name="connsiteX86" fmla="*/ 466244 w 4801503"/>
                <a:gd name="connsiteY86" fmla="*/ 3087897 h 4421876"/>
                <a:gd name="connsiteX87" fmla="*/ 285439 w 4801503"/>
                <a:gd name="connsiteY87" fmla="*/ 3628119 h 4421876"/>
                <a:gd name="connsiteX88" fmla="*/ 270508 w 4801503"/>
                <a:gd name="connsiteY88" fmla="*/ 3656928 h 4421876"/>
                <a:gd name="connsiteX89" fmla="*/ 272982 w 4801503"/>
                <a:gd name="connsiteY89" fmla="*/ 3663559 h 4421876"/>
                <a:gd name="connsiteX90" fmla="*/ 268142 w 4801503"/>
                <a:gd name="connsiteY90" fmla="*/ 3658722 h 4421876"/>
                <a:gd name="connsiteX91" fmla="*/ 190003 w 4801503"/>
                <a:gd name="connsiteY91" fmla="*/ 3583200 h 4421876"/>
                <a:gd name="connsiteX92" fmla="*/ 126041 w 4801503"/>
                <a:gd name="connsiteY92" fmla="*/ 3521254 h 4421876"/>
                <a:gd name="connsiteX93" fmla="*/ 125398 w 4801503"/>
                <a:gd name="connsiteY93" fmla="*/ 3518140 h 4421876"/>
                <a:gd name="connsiteX94" fmla="*/ 103468 w 4801503"/>
                <a:gd name="connsiteY94" fmla="*/ 3491854 h 4421876"/>
                <a:gd name="connsiteX95" fmla="*/ 5251 w 4801503"/>
                <a:gd name="connsiteY95" fmla="*/ 3179792 h 4421876"/>
                <a:gd name="connsiteX96" fmla="*/ 5251 w 4801503"/>
                <a:gd name="connsiteY96" fmla="*/ 2992848 h 4421876"/>
                <a:gd name="connsiteX97" fmla="*/ 148028 w 4801503"/>
                <a:gd name="connsiteY97" fmla="*/ 2548096 h 4421876"/>
                <a:gd name="connsiteX98" fmla="*/ 364993 w 4801503"/>
                <a:gd name="connsiteY98" fmla="*/ 2225940 h 4421876"/>
                <a:gd name="connsiteX99" fmla="*/ 555596 w 4801503"/>
                <a:gd name="connsiteY99" fmla="*/ 2016706 h 4421876"/>
                <a:gd name="connsiteX100" fmla="*/ 1043419 w 4801503"/>
                <a:gd name="connsiteY100" fmla="*/ 1641558 h 4421876"/>
                <a:gd name="connsiteX101" fmla="*/ 1106642 w 4801503"/>
                <a:gd name="connsiteY101" fmla="*/ 1599291 h 4421876"/>
                <a:gd name="connsiteX102" fmla="*/ 1116015 w 4801503"/>
                <a:gd name="connsiteY102" fmla="*/ 1597557 h 4421876"/>
                <a:gd name="connsiteX103" fmla="*/ 1820664 w 4801503"/>
                <a:gd name="connsiteY103" fmla="*/ 1294274 h 4421876"/>
                <a:gd name="connsiteX104" fmla="*/ 1820684 w 4801503"/>
                <a:gd name="connsiteY104" fmla="*/ 1294190 h 4421876"/>
                <a:gd name="connsiteX105" fmla="*/ 1988939 w 4801503"/>
                <a:gd name="connsiteY105" fmla="*/ 1250902 h 4421876"/>
                <a:gd name="connsiteX106" fmla="*/ 2169539 w 4801503"/>
                <a:gd name="connsiteY106" fmla="*/ 1217414 h 4421876"/>
                <a:gd name="connsiteX107" fmla="*/ 2385426 w 4801503"/>
                <a:gd name="connsiteY107" fmla="*/ 1195728 h 4421876"/>
                <a:gd name="connsiteX108" fmla="*/ 2602537 w 4801503"/>
                <a:gd name="connsiteY108" fmla="*/ 1195965 h 4421876"/>
                <a:gd name="connsiteX109" fmla="*/ 2641876 w 4801503"/>
                <a:gd name="connsiteY109" fmla="*/ 1198594 h 4421876"/>
                <a:gd name="connsiteX110" fmla="*/ 3257847 w 4801503"/>
                <a:gd name="connsiteY110" fmla="*/ 1270240 h 4421876"/>
                <a:gd name="connsiteX111" fmla="*/ 3254577 w 4801503"/>
                <a:gd name="connsiteY111" fmla="*/ 1269577 h 4421876"/>
                <a:gd name="connsiteX112" fmla="*/ 3252034 w 4801503"/>
                <a:gd name="connsiteY112" fmla="*/ 1240361 h 4421876"/>
                <a:gd name="connsiteX113" fmla="*/ 3241302 w 4801503"/>
                <a:gd name="connsiteY113" fmla="*/ 1198909 h 4421876"/>
                <a:gd name="connsiteX114" fmla="*/ 3022470 w 4801503"/>
                <a:gd name="connsiteY114" fmla="*/ 614107 h 4421876"/>
                <a:gd name="connsiteX115" fmla="*/ 2572675 w 4801503"/>
                <a:gd name="connsiteY115" fmla="*/ 105638 h 4421876"/>
                <a:gd name="connsiteX116" fmla="*/ 2560894 w 4801503"/>
                <a:gd name="connsiteY116" fmla="*/ 96386 h 4421876"/>
                <a:gd name="connsiteX117" fmla="*/ 2556153 w 4801503"/>
                <a:gd name="connsiteY117" fmla="*/ 82211 h 4421876"/>
                <a:gd name="connsiteX118" fmla="*/ 2565394 w 4801503"/>
                <a:gd name="connsiteY118" fmla="*/ 80688 h 4421876"/>
                <a:gd name="connsiteX119" fmla="*/ 2630671 w 4801503"/>
                <a:gd name="connsiteY119" fmla="*/ 47778 h 4421876"/>
                <a:gd name="connsiteX120" fmla="*/ 2728420 w 4801503"/>
                <a:gd name="connsiteY120" fmla="*/ 19567 h 4421876"/>
                <a:gd name="connsiteX121" fmla="*/ 2818345 w 4801503"/>
                <a:gd name="connsiteY121" fmla="*/ 2388 h 4421876"/>
                <a:gd name="connsiteX122" fmla="*/ 2818802 w 4801503"/>
                <a:gd name="connsiteY122" fmla="*/ 2388 h 4421876"/>
                <a:gd name="connsiteX123" fmla="*/ 2892426 w 4801503"/>
                <a:gd name="connsiteY123" fmla="*/ 450 h 442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801503" h="4421876">
                  <a:moveTo>
                    <a:pt x="2575370" y="4209403"/>
                  </a:moveTo>
                  <a:lnTo>
                    <a:pt x="2571194" y="4209522"/>
                  </a:lnTo>
                  <a:cubicBezTo>
                    <a:pt x="2564345" y="4212211"/>
                    <a:pt x="2557933" y="4219901"/>
                    <a:pt x="2574853" y="4209736"/>
                  </a:cubicBezTo>
                  <a:lnTo>
                    <a:pt x="2575370" y="4209403"/>
                  </a:lnTo>
                  <a:close/>
                  <a:moveTo>
                    <a:pt x="1846673" y="3771200"/>
                  </a:moveTo>
                  <a:lnTo>
                    <a:pt x="1844306" y="3773543"/>
                  </a:lnTo>
                  <a:cubicBezTo>
                    <a:pt x="1842184" y="3773380"/>
                    <a:pt x="1840855" y="3772262"/>
                    <a:pt x="1845552" y="3771296"/>
                  </a:cubicBezTo>
                  <a:lnTo>
                    <a:pt x="1846673" y="3771200"/>
                  </a:lnTo>
                  <a:close/>
                  <a:moveTo>
                    <a:pt x="4785281" y="3717141"/>
                  </a:moveTo>
                  <a:cubicBezTo>
                    <a:pt x="4786270" y="3716562"/>
                    <a:pt x="4782787" y="3728396"/>
                    <a:pt x="4781119" y="3728655"/>
                  </a:cubicBezTo>
                  <a:lnTo>
                    <a:pt x="4780741" y="3727560"/>
                  </a:lnTo>
                  <a:lnTo>
                    <a:pt x="4783602" y="3720277"/>
                  </a:lnTo>
                  <a:cubicBezTo>
                    <a:pt x="4784507" y="3718206"/>
                    <a:pt x="4785034" y="3717285"/>
                    <a:pt x="4785281" y="3717141"/>
                  </a:cubicBezTo>
                  <a:close/>
                  <a:moveTo>
                    <a:pt x="272982" y="3663559"/>
                  </a:moveTo>
                  <a:lnTo>
                    <a:pt x="273767" y="3664343"/>
                  </a:lnTo>
                  <a:cubicBezTo>
                    <a:pt x="274393" y="3665149"/>
                    <a:pt x="273999" y="3665019"/>
                    <a:pt x="273276" y="3664346"/>
                  </a:cubicBezTo>
                  <a:lnTo>
                    <a:pt x="272982" y="3663559"/>
                  </a:lnTo>
                  <a:close/>
                  <a:moveTo>
                    <a:pt x="2892426" y="450"/>
                  </a:moveTo>
                  <a:cubicBezTo>
                    <a:pt x="2965312" y="3387"/>
                    <a:pt x="3036001" y="20578"/>
                    <a:pt x="3104590" y="48651"/>
                  </a:cubicBezTo>
                  <a:cubicBezTo>
                    <a:pt x="3254133" y="109844"/>
                    <a:pt x="3374980" y="209098"/>
                    <a:pt x="3478331" y="332956"/>
                  </a:cubicBezTo>
                  <a:cubicBezTo>
                    <a:pt x="3618075" y="500343"/>
                    <a:pt x="3717226" y="689599"/>
                    <a:pt x="3793980" y="893155"/>
                  </a:cubicBezTo>
                  <a:cubicBezTo>
                    <a:pt x="3843672" y="1025844"/>
                    <a:pt x="3880766" y="1161899"/>
                    <a:pt x="3909462" y="1300266"/>
                  </a:cubicBezTo>
                  <a:cubicBezTo>
                    <a:pt x="3922235" y="1361459"/>
                    <a:pt x="3938945" y="1422770"/>
                    <a:pt x="3943942" y="1485619"/>
                  </a:cubicBezTo>
                  <a:cubicBezTo>
                    <a:pt x="3944076" y="1502180"/>
                    <a:pt x="3944211" y="1518740"/>
                    <a:pt x="3944345" y="1535301"/>
                  </a:cubicBezTo>
                  <a:lnTo>
                    <a:pt x="3955188" y="2335498"/>
                  </a:lnTo>
                  <a:cubicBezTo>
                    <a:pt x="3954721" y="2449052"/>
                    <a:pt x="3931625" y="2559451"/>
                    <a:pt x="3908995" y="2669430"/>
                  </a:cubicBezTo>
                  <a:cubicBezTo>
                    <a:pt x="3880766" y="2807798"/>
                    <a:pt x="3842739" y="2944062"/>
                    <a:pt x="3792814" y="3076542"/>
                  </a:cubicBezTo>
                  <a:cubicBezTo>
                    <a:pt x="3721892" y="3267270"/>
                    <a:pt x="3628340" y="3445171"/>
                    <a:pt x="3503993" y="3607090"/>
                  </a:cubicBezTo>
                  <a:cubicBezTo>
                    <a:pt x="3475764" y="3643470"/>
                    <a:pt x="3438670" y="3672909"/>
                    <a:pt x="3412541" y="3714546"/>
                  </a:cubicBezTo>
                  <a:cubicBezTo>
                    <a:pt x="3423739" y="3718541"/>
                    <a:pt x="3431438" y="3723167"/>
                    <a:pt x="3439837" y="3724219"/>
                  </a:cubicBezTo>
                  <a:cubicBezTo>
                    <a:pt x="3513325" y="3732420"/>
                    <a:pt x="3586813" y="3745247"/>
                    <a:pt x="3660302" y="3745247"/>
                  </a:cubicBezTo>
                  <a:cubicBezTo>
                    <a:pt x="3750587" y="3745878"/>
                    <a:pt x="3840639" y="3755972"/>
                    <a:pt x="3932092" y="3750925"/>
                  </a:cubicBezTo>
                  <a:cubicBezTo>
                    <a:pt x="4041507" y="3744827"/>
                    <a:pt x="4149990" y="3737046"/>
                    <a:pt x="4257540" y="3716438"/>
                  </a:cubicBezTo>
                  <a:cubicBezTo>
                    <a:pt x="4436245" y="3682162"/>
                    <a:pt x="4602818" y="3617394"/>
                    <a:pt x="4746762" y="3501107"/>
                  </a:cubicBezTo>
                  <a:cubicBezTo>
                    <a:pt x="4760060" y="3490382"/>
                    <a:pt x="4771958" y="3472929"/>
                    <a:pt x="4793654" y="3474821"/>
                  </a:cubicBezTo>
                  <a:cubicBezTo>
                    <a:pt x="4802575" y="3478393"/>
                    <a:pt x="4802433" y="3482114"/>
                    <a:pt x="4800285" y="3522537"/>
                  </a:cubicBezTo>
                  <a:cubicBezTo>
                    <a:pt x="4793175" y="3587268"/>
                    <a:pt x="4794209" y="3653136"/>
                    <a:pt x="4780764" y="3717361"/>
                  </a:cubicBezTo>
                  <a:cubicBezTo>
                    <a:pt x="4780335" y="3721690"/>
                    <a:pt x="4780215" y="3724546"/>
                    <a:pt x="4780307" y="3726303"/>
                  </a:cubicBezTo>
                  <a:lnTo>
                    <a:pt x="4780741" y="3727560"/>
                  </a:lnTo>
                  <a:lnTo>
                    <a:pt x="4779657" y="3730317"/>
                  </a:lnTo>
                  <a:cubicBezTo>
                    <a:pt x="4773124" y="3810015"/>
                    <a:pt x="4736030" y="3878988"/>
                    <a:pt x="4696370" y="3945228"/>
                  </a:cubicBezTo>
                  <a:cubicBezTo>
                    <a:pt x="4597219" y="4111143"/>
                    <a:pt x="4447210" y="4217127"/>
                    <a:pt x="4273871" y="4293250"/>
                  </a:cubicBezTo>
                  <a:cubicBezTo>
                    <a:pt x="4137625" y="4353391"/>
                    <a:pt x="3993215" y="4387247"/>
                    <a:pt x="3845772" y="4406173"/>
                  </a:cubicBezTo>
                  <a:cubicBezTo>
                    <a:pt x="3709994" y="4424257"/>
                    <a:pt x="3572815" y="4425309"/>
                    <a:pt x="3436571" y="4416477"/>
                  </a:cubicBezTo>
                  <a:cubicBezTo>
                    <a:pt x="3152882" y="4397972"/>
                    <a:pt x="2878526" y="4333204"/>
                    <a:pt x="2611635" y="4235211"/>
                  </a:cubicBezTo>
                  <a:cubicBezTo>
                    <a:pt x="2440056" y="4193577"/>
                    <a:pt x="2529769" y="4244420"/>
                    <a:pt x="2407099" y="4166673"/>
                  </a:cubicBezTo>
                  <a:lnTo>
                    <a:pt x="1875616" y="3768727"/>
                  </a:lnTo>
                  <a:lnTo>
                    <a:pt x="1846673" y="3771200"/>
                  </a:lnTo>
                  <a:lnTo>
                    <a:pt x="1847824" y="3770061"/>
                  </a:lnTo>
                  <a:cubicBezTo>
                    <a:pt x="1815977" y="3734824"/>
                    <a:pt x="1729698" y="3651460"/>
                    <a:pt x="1655588" y="3559776"/>
                  </a:cubicBezTo>
                  <a:cubicBezTo>
                    <a:pt x="1581478" y="3468092"/>
                    <a:pt x="1477816" y="3340239"/>
                    <a:pt x="1403161" y="3219956"/>
                  </a:cubicBezTo>
                  <a:cubicBezTo>
                    <a:pt x="1358602" y="3148459"/>
                    <a:pt x="1315909" y="3076121"/>
                    <a:pt x="1279514" y="3000419"/>
                  </a:cubicBezTo>
                  <a:cubicBezTo>
                    <a:pt x="1260570" y="2931914"/>
                    <a:pt x="1201629" y="2880867"/>
                    <a:pt x="1289499" y="2808928"/>
                  </a:cubicBezTo>
                  <a:lnTo>
                    <a:pt x="1806735" y="2568782"/>
                  </a:lnTo>
                  <a:lnTo>
                    <a:pt x="1862245" y="2748122"/>
                  </a:lnTo>
                  <a:lnTo>
                    <a:pt x="1864747" y="2745513"/>
                  </a:lnTo>
                  <a:lnTo>
                    <a:pt x="1873246" y="2748455"/>
                  </a:lnTo>
                  <a:cubicBezTo>
                    <a:pt x="1884247" y="2756449"/>
                    <a:pt x="1886259" y="2772102"/>
                    <a:pt x="1891683" y="2783615"/>
                  </a:cubicBezTo>
                  <a:cubicBezTo>
                    <a:pt x="1941842" y="2888547"/>
                    <a:pt x="2003199" y="2986540"/>
                    <a:pt x="2074121" y="3079065"/>
                  </a:cubicBezTo>
                  <a:cubicBezTo>
                    <a:pt x="2194735" y="3237410"/>
                    <a:pt x="2343345" y="3364422"/>
                    <a:pt x="2515984" y="3463676"/>
                  </a:cubicBezTo>
                  <a:cubicBezTo>
                    <a:pt x="2534065" y="3453583"/>
                    <a:pt x="2552203" y="3443804"/>
                    <a:pt x="2569876" y="3432896"/>
                  </a:cubicBezTo>
                  <a:lnTo>
                    <a:pt x="2513773" y="3465471"/>
                  </a:lnTo>
                  <a:lnTo>
                    <a:pt x="2748844" y="3630964"/>
                  </a:lnTo>
                  <a:lnTo>
                    <a:pt x="2788259" y="3680060"/>
                  </a:lnTo>
                  <a:lnTo>
                    <a:pt x="3062880" y="3307691"/>
                  </a:lnTo>
                  <a:lnTo>
                    <a:pt x="3119696" y="3157069"/>
                  </a:lnTo>
                  <a:lnTo>
                    <a:pt x="3122087" y="3155188"/>
                  </a:lnTo>
                  <a:cubicBezTo>
                    <a:pt x="3121621" y="3141309"/>
                    <a:pt x="3125120" y="3129113"/>
                    <a:pt x="3130253" y="3116075"/>
                  </a:cubicBezTo>
                  <a:cubicBezTo>
                    <a:pt x="3180178" y="2987591"/>
                    <a:pt x="3221705" y="2856584"/>
                    <a:pt x="3251100" y="2721371"/>
                  </a:cubicBezTo>
                  <a:cubicBezTo>
                    <a:pt x="3296360" y="2514240"/>
                    <a:pt x="3326221" y="2305007"/>
                    <a:pt x="3327155" y="2092199"/>
                  </a:cubicBezTo>
                  <a:cubicBezTo>
                    <a:pt x="3327621" y="2068226"/>
                    <a:pt x="3330187" y="2045095"/>
                    <a:pt x="3338586" y="2022384"/>
                  </a:cubicBezTo>
                  <a:lnTo>
                    <a:pt x="3335850" y="2020938"/>
                  </a:lnTo>
                  <a:lnTo>
                    <a:pt x="3344248" y="2011840"/>
                  </a:lnTo>
                  <a:lnTo>
                    <a:pt x="3338190" y="1959840"/>
                  </a:lnTo>
                  <a:lnTo>
                    <a:pt x="2784636" y="1795959"/>
                  </a:lnTo>
                  <a:lnTo>
                    <a:pt x="2570725" y="1798578"/>
                  </a:lnTo>
                  <a:lnTo>
                    <a:pt x="2320715" y="1850792"/>
                  </a:lnTo>
                  <a:cubicBezTo>
                    <a:pt x="2143410" y="1885068"/>
                    <a:pt x="1972171" y="1939111"/>
                    <a:pt x="1804664" y="2005351"/>
                  </a:cubicBezTo>
                  <a:lnTo>
                    <a:pt x="1751879" y="2024275"/>
                  </a:lnTo>
                  <a:lnTo>
                    <a:pt x="1748380" y="2007687"/>
                  </a:lnTo>
                  <a:lnTo>
                    <a:pt x="1063482" y="2429495"/>
                  </a:lnTo>
                  <a:lnTo>
                    <a:pt x="971360" y="2504015"/>
                  </a:lnTo>
                  <a:lnTo>
                    <a:pt x="887302" y="2576536"/>
                  </a:lnTo>
                  <a:lnTo>
                    <a:pt x="883098" y="2578019"/>
                  </a:lnTo>
                  <a:cubicBezTo>
                    <a:pt x="882963" y="2578850"/>
                    <a:pt x="882829" y="2579680"/>
                    <a:pt x="882694" y="2580511"/>
                  </a:cubicBezTo>
                  <a:lnTo>
                    <a:pt x="881511" y="2581531"/>
                  </a:lnTo>
                  <a:cubicBezTo>
                    <a:pt x="720070" y="2731675"/>
                    <a:pt x="576826" y="2896748"/>
                    <a:pt x="466244" y="3087897"/>
                  </a:cubicBezTo>
                  <a:cubicBezTo>
                    <a:pt x="369659" y="3254863"/>
                    <a:pt x="294071" y="3430661"/>
                    <a:pt x="285439" y="3628119"/>
                  </a:cubicBezTo>
                  <a:cubicBezTo>
                    <a:pt x="284739" y="3639895"/>
                    <a:pt x="284739" y="3652301"/>
                    <a:pt x="270508" y="3656928"/>
                  </a:cubicBezTo>
                  <a:lnTo>
                    <a:pt x="272982" y="3663559"/>
                  </a:lnTo>
                  <a:lnTo>
                    <a:pt x="268142" y="3658722"/>
                  </a:lnTo>
                  <a:cubicBezTo>
                    <a:pt x="234632" y="3641260"/>
                    <a:pt x="214069" y="3610458"/>
                    <a:pt x="190003" y="3583200"/>
                  </a:cubicBezTo>
                  <a:lnTo>
                    <a:pt x="126041" y="3521254"/>
                  </a:lnTo>
                  <a:lnTo>
                    <a:pt x="125398" y="3518140"/>
                  </a:lnTo>
                  <a:cubicBezTo>
                    <a:pt x="114200" y="3512883"/>
                    <a:pt x="107901" y="3502579"/>
                    <a:pt x="103468" y="3491854"/>
                  </a:cubicBezTo>
                  <a:cubicBezTo>
                    <a:pt x="60309" y="3391128"/>
                    <a:pt x="17149" y="3289981"/>
                    <a:pt x="5251" y="3179792"/>
                  </a:cubicBezTo>
                  <a:cubicBezTo>
                    <a:pt x="-1515" y="3117758"/>
                    <a:pt x="-1982" y="3054462"/>
                    <a:pt x="5251" y="2992848"/>
                  </a:cubicBezTo>
                  <a:cubicBezTo>
                    <a:pt x="23214" y="2835555"/>
                    <a:pt x="75006" y="2687935"/>
                    <a:pt x="148028" y="2548096"/>
                  </a:cubicBezTo>
                  <a:cubicBezTo>
                    <a:pt x="208218" y="2432439"/>
                    <a:pt x="281707" y="2326246"/>
                    <a:pt x="364993" y="2225940"/>
                  </a:cubicBezTo>
                  <a:cubicBezTo>
                    <a:pt x="425184" y="2152971"/>
                    <a:pt x="486774" y="2081054"/>
                    <a:pt x="555596" y="2016706"/>
                  </a:cubicBezTo>
                  <a:cubicBezTo>
                    <a:pt x="706306" y="1875816"/>
                    <a:pt x="867280" y="1748383"/>
                    <a:pt x="1043419" y="1641558"/>
                  </a:cubicBezTo>
                  <a:cubicBezTo>
                    <a:pt x="1065115" y="1628100"/>
                    <a:pt x="1085645" y="1613170"/>
                    <a:pt x="1106642" y="1599291"/>
                  </a:cubicBezTo>
                  <a:lnTo>
                    <a:pt x="1116015" y="1597557"/>
                  </a:lnTo>
                  <a:lnTo>
                    <a:pt x="1820664" y="1294274"/>
                  </a:lnTo>
                  <a:cubicBezTo>
                    <a:pt x="1820671" y="1294246"/>
                    <a:pt x="1820677" y="1294218"/>
                    <a:pt x="1820684" y="1294190"/>
                  </a:cubicBezTo>
                  <a:lnTo>
                    <a:pt x="1988939" y="1250902"/>
                  </a:lnTo>
                  <a:cubicBezTo>
                    <a:pt x="2048750" y="1237917"/>
                    <a:pt x="2108999" y="1226982"/>
                    <a:pt x="2169539" y="1217414"/>
                  </a:cubicBezTo>
                  <a:cubicBezTo>
                    <a:pt x="2241278" y="1206164"/>
                    <a:pt x="2313250" y="1199119"/>
                    <a:pt x="2385426" y="1195728"/>
                  </a:cubicBezTo>
                  <a:cubicBezTo>
                    <a:pt x="2457602" y="1192338"/>
                    <a:pt x="2529982" y="1192601"/>
                    <a:pt x="2602537" y="1195965"/>
                  </a:cubicBezTo>
                  <a:cubicBezTo>
                    <a:pt x="2615368" y="1196386"/>
                    <a:pt x="2628841" y="1196386"/>
                    <a:pt x="2641876" y="1198594"/>
                  </a:cubicBezTo>
                  <a:lnTo>
                    <a:pt x="3257847" y="1270240"/>
                  </a:lnTo>
                  <a:lnTo>
                    <a:pt x="3254577" y="1269577"/>
                  </a:lnTo>
                  <a:lnTo>
                    <a:pt x="3252034" y="1240361"/>
                  </a:lnTo>
                  <a:cubicBezTo>
                    <a:pt x="3249059" y="1226351"/>
                    <a:pt x="3244918" y="1212578"/>
                    <a:pt x="3241302" y="1198909"/>
                  </a:cubicBezTo>
                  <a:cubicBezTo>
                    <a:pt x="3188343" y="996405"/>
                    <a:pt x="3123021" y="798526"/>
                    <a:pt x="3022470" y="614107"/>
                  </a:cubicBezTo>
                  <a:cubicBezTo>
                    <a:pt x="2911421" y="410551"/>
                    <a:pt x="2773543" y="229496"/>
                    <a:pt x="2572675" y="105638"/>
                  </a:cubicBezTo>
                  <a:cubicBezTo>
                    <a:pt x="2568009" y="103115"/>
                    <a:pt x="2563868" y="100171"/>
                    <a:pt x="2560894" y="96386"/>
                  </a:cubicBezTo>
                  <a:lnTo>
                    <a:pt x="2556153" y="82211"/>
                  </a:lnTo>
                  <a:lnTo>
                    <a:pt x="2565394" y="80688"/>
                  </a:lnTo>
                  <a:cubicBezTo>
                    <a:pt x="2582396" y="60157"/>
                    <a:pt x="2607591" y="56081"/>
                    <a:pt x="2630671" y="47778"/>
                  </a:cubicBezTo>
                  <a:cubicBezTo>
                    <a:pt x="2662825" y="36532"/>
                    <a:pt x="2695463" y="27285"/>
                    <a:pt x="2728420" y="19567"/>
                  </a:cubicBezTo>
                  <a:lnTo>
                    <a:pt x="2818345" y="2388"/>
                  </a:lnTo>
                  <a:lnTo>
                    <a:pt x="2818802" y="2388"/>
                  </a:lnTo>
                  <a:cubicBezTo>
                    <a:pt x="2843590" y="75"/>
                    <a:pt x="2868130" y="-530"/>
                    <a:pt x="2892426" y="450"/>
                  </a:cubicBezTo>
                  <a:close/>
                </a:path>
              </a:pathLst>
            </a:custGeom>
            <a:solidFill>
              <a:srgbClr val="BFBFBF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lang="en-US" dirty="0"/>
            </a:p>
          </p:txBody>
        </p:sp>
        <p:sp>
          <p:nvSpPr>
            <p:cNvPr id="5" name="Shape">
              <a:extLst>
                <a:ext uri="{FF2B5EF4-FFF2-40B4-BE49-F238E27FC236}">
                  <a16:creationId xmlns:a16="http://schemas.microsoft.com/office/drawing/2014/main" id="{A227AF5B-ADDF-FA20-25A1-FD1B7F726F25}"/>
                </a:ext>
              </a:extLst>
            </p:cNvPr>
            <p:cNvSpPr/>
            <p:nvPr/>
          </p:nvSpPr>
          <p:spPr>
            <a:xfrm>
              <a:off x="4503361" y="1199728"/>
              <a:ext cx="1902790" cy="325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3" extrusionOk="0">
                  <a:moveTo>
                    <a:pt x="2165" y="10582"/>
                  </a:moveTo>
                  <a:cubicBezTo>
                    <a:pt x="2404" y="9608"/>
                    <a:pt x="2661" y="8638"/>
                    <a:pt x="3092" y="7684"/>
                  </a:cubicBezTo>
                  <a:cubicBezTo>
                    <a:pt x="3828" y="6064"/>
                    <a:pt x="4860" y="4521"/>
                    <a:pt x="6459" y="3119"/>
                  </a:cubicBezTo>
                  <a:cubicBezTo>
                    <a:pt x="7311" y="2370"/>
                    <a:pt x="8303" y="1695"/>
                    <a:pt x="9522" y="1134"/>
                  </a:cubicBezTo>
                  <a:cubicBezTo>
                    <a:pt x="11144" y="388"/>
                    <a:pt x="12971" y="-7"/>
                    <a:pt x="15048" y="0"/>
                  </a:cubicBezTo>
                  <a:cubicBezTo>
                    <a:pt x="17230" y="7"/>
                    <a:pt x="19418" y="3"/>
                    <a:pt x="21600" y="3"/>
                  </a:cubicBezTo>
                  <a:cubicBezTo>
                    <a:pt x="20841" y="71"/>
                    <a:pt x="20089" y="167"/>
                    <a:pt x="19359" y="316"/>
                  </a:cubicBezTo>
                  <a:cubicBezTo>
                    <a:pt x="19097" y="371"/>
                    <a:pt x="18811" y="398"/>
                    <a:pt x="18618" y="534"/>
                  </a:cubicBezTo>
                  <a:cubicBezTo>
                    <a:pt x="18017" y="538"/>
                    <a:pt x="17562" y="766"/>
                    <a:pt x="17160" y="953"/>
                  </a:cubicBezTo>
                  <a:cubicBezTo>
                    <a:pt x="16075" y="1457"/>
                    <a:pt x="15094" y="2039"/>
                    <a:pt x="14283" y="2710"/>
                  </a:cubicBezTo>
                  <a:cubicBezTo>
                    <a:pt x="12142" y="4481"/>
                    <a:pt x="10882" y="6462"/>
                    <a:pt x="10164" y="8573"/>
                  </a:cubicBezTo>
                  <a:cubicBezTo>
                    <a:pt x="9557" y="10126"/>
                    <a:pt x="9371" y="11705"/>
                    <a:pt x="9341" y="13292"/>
                  </a:cubicBezTo>
                  <a:cubicBezTo>
                    <a:pt x="9341" y="13336"/>
                    <a:pt x="9371" y="13377"/>
                    <a:pt x="9388" y="13422"/>
                  </a:cubicBezTo>
                  <a:cubicBezTo>
                    <a:pt x="9324" y="13956"/>
                    <a:pt x="9411" y="14487"/>
                    <a:pt x="9487" y="15022"/>
                  </a:cubicBezTo>
                  <a:cubicBezTo>
                    <a:pt x="9528" y="15328"/>
                    <a:pt x="9511" y="15641"/>
                    <a:pt x="9709" y="15944"/>
                  </a:cubicBezTo>
                  <a:cubicBezTo>
                    <a:pt x="10567" y="15822"/>
                    <a:pt x="11407" y="15699"/>
                    <a:pt x="12288" y="15570"/>
                  </a:cubicBezTo>
                  <a:cubicBezTo>
                    <a:pt x="12323" y="15737"/>
                    <a:pt x="12200" y="15842"/>
                    <a:pt x="12124" y="15948"/>
                  </a:cubicBezTo>
                  <a:cubicBezTo>
                    <a:pt x="11716" y="16561"/>
                    <a:pt x="11302" y="17170"/>
                    <a:pt x="10882" y="17780"/>
                  </a:cubicBezTo>
                  <a:cubicBezTo>
                    <a:pt x="10794" y="17906"/>
                    <a:pt x="10707" y="18025"/>
                    <a:pt x="10701" y="18164"/>
                  </a:cubicBezTo>
                  <a:cubicBezTo>
                    <a:pt x="10537" y="18205"/>
                    <a:pt x="10526" y="18304"/>
                    <a:pt x="10467" y="18382"/>
                  </a:cubicBezTo>
                  <a:cubicBezTo>
                    <a:pt x="9808" y="19349"/>
                    <a:pt x="9155" y="20316"/>
                    <a:pt x="8495" y="21280"/>
                  </a:cubicBezTo>
                  <a:cubicBezTo>
                    <a:pt x="8419" y="21389"/>
                    <a:pt x="8390" y="21518"/>
                    <a:pt x="8204" y="21593"/>
                  </a:cubicBezTo>
                  <a:cubicBezTo>
                    <a:pt x="8069" y="21590"/>
                    <a:pt x="7994" y="21535"/>
                    <a:pt x="7906" y="21491"/>
                  </a:cubicBezTo>
                  <a:cubicBezTo>
                    <a:pt x="7037" y="21052"/>
                    <a:pt x="6173" y="20606"/>
                    <a:pt x="5292" y="20177"/>
                  </a:cubicBezTo>
                  <a:cubicBezTo>
                    <a:pt x="4866" y="19969"/>
                    <a:pt x="4504" y="19720"/>
                    <a:pt x="4003" y="19571"/>
                  </a:cubicBezTo>
                  <a:cubicBezTo>
                    <a:pt x="3828" y="19438"/>
                    <a:pt x="3612" y="19329"/>
                    <a:pt x="3396" y="19216"/>
                  </a:cubicBezTo>
                  <a:cubicBezTo>
                    <a:pt x="2351" y="18692"/>
                    <a:pt x="1307" y="18168"/>
                    <a:pt x="268" y="17640"/>
                  </a:cubicBezTo>
                  <a:cubicBezTo>
                    <a:pt x="158" y="17586"/>
                    <a:pt x="0" y="17548"/>
                    <a:pt x="0" y="17422"/>
                  </a:cubicBezTo>
                  <a:cubicBezTo>
                    <a:pt x="642" y="17323"/>
                    <a:pt x="1284" y="17225"/>
                    <a:pt x="1931" y="17122"/>
                  </a:cubicBezTo>
                  <a:cubicBezTo>
                    <a:pt x="2526" y="17031"/>
                    <a:pt x="2526" y="17031"/>
                    <a:pt x="2427" y="16683"/>
                  </a:cubicBezTo>
                  <a:cubicBezTo>
                    <a:pt x="2357" y="16442"/>
                    <a:pt x="2305" y="16196"/>
                    <a:pt x="2240" y="15955"/>
                  </a:cubicBezTo>
                  <a:cubicBezTo>
                    <a:pt x="2065" y="15240"/>
                    <a:pt x="1984" y="14521"/>
                    <a:pt x="1943" y="13799"/>
                  </a:cubicBezTo>
                  <a:cubicBezTo>
                    <a:pt x="1890" y="12734"/>
                    <a:pt x="1990" y="11658"/>
                    <a:pt x="2165" y="1058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lang="en-US" dirty="0"/>
            </a:p>
          </p:txBody>
        </p:sp>
        <p:sp>
          <p:nvSpPr>
            <p:cNvPr id="6" name="Shape">
              <a:extLst>
                <a:ext uri="{FF2B5EF4-FFF2-40B4-BE49-F238E27FC236}">
                  <a16:creationId xmlns:a16="http://schemas.microsoft.com/office/drawing/2014/main" id="{0596F667-F6CC-CB71-3CCC-2F61350029B8}"/>
                </a:ext>
              </a:extLst>
            </p:cNvPr>
            <p:cNvSpPr/>
            <p:nvPr/>
          </p:nvSpPr>
          <p:spPr>
            <a:xfrm>
              <a:off x="3701201" y="4345445"/>
              <a:ext cx="3285052" cy="1376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7" h="21359" extrusionOk="0">
                  <a:moveTo>
                    <a:pt x="16096" y="16511"/>
                  </a:moveTo>
                  <a:cubicBezTo>
                    <a:pt x="15907" y="16591"/>
                    <a:pt x="15749" y="16838"/>
                    <a:pt x="15577" y="17029"/>
                  </a:cubicBezTo>
                  <a:cubicBezTo>
                    <a:pt x="13886" y="18928"/>
                    <a:pt x="12128" y="20300"/>
                    <a:pt x="10275" y="20954"/>
                  </a:cubicBezTo>
                  <a:cubicBezTo>
                    <a:pt x="8595" y="21544"/>
                    <a:pt x="6921" y="21568"/>
                    <a:pt x="5268" y="20491"/>
                  </a:cubicBezTo>
                  <a:cubicBezTo>
                    <a:pt x="4184" y="19781"/>
                    <a:pt x="3202" y="18625"/>
                    <a:pt x="2403" y="16710"/>
                  </a:cubicBezTo>
                  <a:cubicBezTo>
                    <a:pt x="1903" y="15514"/>
                    <a:pt x="1572" y="14070"/>
                    <a:pt x="1286" y="12563"/>
                  </a:cubicBezTo>
                  <a:cubicBezTo>
                    <a:pt x="941" y="10752"/>
                    <a:pt x="594" y="8933"/>
                    <a:pt x="256" y="7115"/>
                  </a:cubicBezTo>
                  <a:cubicBezTo>
                    <a:pt x="172" y="6668"/>
                    <a:pt x="7" y="6309"/>
                    <a:pt x="0" y="5783"/>
                  </a:cubicBezTo>
                  <a:cubicBezTo>
                    <a:pt x="162" y="6078"/>
                    <a:pt x="304" y="6421"/>
                    <a:pt x="439" y="6788"/>
                  </a:cubicBezTo>
                  <a:cubicBezTo>
                    <a:pt x="597" y="7211"/>
                    <a:pt x="732" y="7689"/>
                    <a:pt x="952" y="7960"/>
                  </a:cubicBezTo>
                  <a:cubicBezTo>
                    <a:pt x="982" y="8176"/>
                    <a:pt x="1053" y="8303"/>
                    <a:pt x="1124" y="8423"/>
                  </a:cubicBezTo>
                  <a:cubicBezTo>
                    <a:pt x="1481" y="9029"/>
                    <a:pt x="1849" y="9579"/>
                    <a:pt x="2251" y="10018"/>
                  </a:cubicBezTo>
                  <a:cubicBezTo>
                    <a:pt x="3462" y="11334"/>
                    <a:pt x="4745" y="11797"/>
                    <a:pt x="6057" y="11853"/>
                  </a:cubicBezTo>
                  <a:cubicBezTo>
                    <a:pt x="7046" y="11901"/>
                    <a:pt x="8025" y="11661"/>
                    <a:pt x="8993" y="11215"/>
                  </a:cubicBezTo>
                  <a:cubicBezTo>
                    <a:pt x="9779" y="10848"/>
                    <a:pt x="10569" y="10489"/>
                    <a:pt x="11308" y="9707"/>
                  </a:cubicBezTo>
                  <a:cubicBezTo>
                    <a:pt x="11446" y="9763"/>
                    <a:pt x="11568" y="9611"/>
                    <a:pt x="11693" y="9508"/>
                  </a:cubicBezTo>
                  <a:cubicBezTo>
                    <a:pt x="12394" y="8933"/>
                    <a:pt x="13083" y="8279"/>
                    <a:pt x="13751" y="7506"/>
                  </a:cubicBezTo>
                  <a:cubicBezTo>
                    <a:pt x="14419" y="6740"/>
                    <a:pt x="15081" y="5958"/>
                    <a:pt x="15695" y="4961"/>
                  </a:cubicBezTo>
                  <a:cubicBezTo>
                    <a:pt x="15931" y="4650"/>
                    <a:pt x="16174" y="4363"/>
                    <a:pt x="16383" y="3900"/>
                  </a:cubicBezTo>
                  <a:cubicBezTo>
                    <a:pt x="16049" y="2879"/>
                    <a:pt x="15728" y="1898"/>
                    <a:pt x="15371" y="805"/>
                  </a:cubicBezTo>
                  <a:cubicBezTo>
                    <a:pt x="15516" y="774"/>
                    <a:pt x="15590" y="750"/>
                    <a:pt x="15664" y="742"/>
                  </a:cubicBezTo>
                  <a:cubicBezTo>
                    <a:pt x="16680" y="614"/>
                    <a:pt x="17699" y="502"/>
                    <a:pt x="18715" y="367"/>
                  </a:cubicBezTo>
                  <a:cubicBezTo>
                    <a:pt x="19035" y="327"/>
                    <a:pt x="19353" y="239"/>
                    <a:pt x="19673" y="175"/>
                  </a:cubicBezTo>
                  <a:cubicBezTo>
                    <a:pt x="19717" y="191"/>
                    <a:pt x="19761" y="223"/>
                    <a:pt x="19805" y="223"/>
                  </a:cubicBezTo>
                  <a:cubicBezTo>
                    <a:pt x="20301" y="160"/>
                    <a:pt x="20800" y="96"/>
                    <a:pt x="21296" y="16"/>
                  </a:cubicBezTo>
                  <a:cubicBezTo>
                    <a:pt x="21586" y="-32"/>
                    <a:pt x="21600" y="-16"/>
                    <a:pt x="21536" y="678"/>
                  </a:cubicBezTo>
                  <a:cubicBezTo>
                    <a:pt x="21533" y="702"/>
                    <a:pt x="21533" y="726"/>
                    <a:pt x="21529" y="758"/>
                  </a:cubicBezTo>
                  <a:cubicBezTo>
                    <a:pt x="21131" y="4674"/>
                    <a:pt x="20736" y="8598"/>
                    <a:pt x="20331" y="12507"/>
                  </a:cubicBezTo>
                  <a:cubicBezTo>
                    <a:pt x="20250" y="13281"/>
                    <a:pt x="20206" y="14086"/>
                    <a:pt x="20075" y="14828"/>
                  </a:cubicBezTo>
                  <a:cubicBezTo>
                    <a:pt x="19997" y="14804"/>
                    <a:pt x="19963" y="14692"/>
                    <a:pt x="19930" y="14589"/>
                  </a:cubicBezTo>
                  <a:cubicBezTo>
                    <a:pt x="19714" y="13927"/>
                    <a:pt x="19498" y="13257"/>
                    <a:pt x="19278" y="12595"/>
                  </a:cubicBezTo>
                  <a:cubicBezTo>
                    <a:pt x="19089" y="12020"/>
                    <a:pt x="19083" y="12020"/>
                    <a:pt x="18843" y="12435"/>
                  </a:cubicBezTo>
                  <a:cubicBezTo>
                    <a:pt x="18249" y="13448"/>
                    <a:pt x="17632" y="14365"/>
                    <a:pt x="17001" y="15243"/>
                  </a:cubicBezTo>
                  <a:cubicBezTo>
                    <a:pt x="16704" y="15665"/>
                    <a:pt x="16373" y="15969"/>
                    <a:pt x="16096" y="16511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lang="en-US" dirty="0"/>
            </a:p>
          </p:txBody>
        </p:sp>
        <p:sp>
          <p:nvSpPr>
            <p:cNvPr id="7" name="Shape">
              <a:extLst>
                <a:ext uri="{FF2B5EF4-FFF2-40B4-BE49-F238E27FC236}">
                  <a16:creationId xmlns:a16="http://schemas.microsoft.com/office/drawing/2014/main" id="{5E2D275F-19AD-A418-C083-6894C8A8DDF6}"/>
                </a:ext>
              </a:extLst>
            </p:cNvPr>
            <p:cNvSpPr/>
            <p:nvPr/>
          </p:nvSpPr>
          <p:spPr>
            <a:xfrm>
              <a:off x="5829340" y="2186697"/>
              <a:ext cx="2774087" cy="2730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8" h="21596" extrusionOk="0">
                  <a:moveTo>
                    <a:pt x="19566" y="21596"/>
                  </a:moveTo>
                  <a:cubicBezTo>
                    <a:pt x="19670" y="21088"/>
                    <a:pt x="19662" y="20567"/>
                    <a:pt x="19717" y="20055"/>
                  </a:cubicBezTo>
                  <a:cubicBezTo>
                    <a:pt x="19733" y="19901"/>
                    <a:pt x="19757" y="19738"/>
                    <a:pt x="19682" y="19584"/>
                  </a:cubicBezTo>
                  <a:cubicBezTo>
                    <a:pt x="19729" y="19466"/>
                    <a:pt x="19705" y="19348"/>
                    <a:pt x="19689" y="19230"/>
                  </a:cubicBezTo>
                  <a:cubicBezTo>
                    <a:pt x="19586" y="18527"/>
                    <a:pt x="19391" y="17856"/>
                    <a:pt x="19117" y="17201"/>
                  </a:cubicBezTo>
                  <a:cubicBezTo>
                    <a:pt x="18485" y="15685"/>
                    <a:pt x="17543" y="14380"/>
                    <a:pt x="16414" y="13217"/>
                  </a:cubicBezTo>
                  <a:cubicBezTo>
                    <a:pt x="15443" y="12213"/>
                    <a:pt x="14406" y="11290"/>
                    <a:pt x="13197" y="10578"/>
                  </a:cubicBezTo>
                  <a:cubicBezTo>
                    <a:pt x="13102" y="10424"/>
                    <a:pt x="12939" y="10359"/>
                    <a:pt x="12800" y="10269"/>
                  </a:cubicBezTo>
                  <a:cubicBezTo>
                    <a:pt x="11480" y="9432"/>
                    <a:pt x="10096" y="8720"/>
                    <a:pt x="8649" y="8147"/>
                  </a:cubicBezTo>
                  <a:cubicBezTo>
                    <a:pt x="8577" y="8119"/>
                    <a:pt x="8498" y="8115"/>
                    <a:pt x="8422" y="8099"/>
                  </a:cubicBezTo>
                  <a:cubicBezTo>
                    <a:pt x="8343" y="8054"/>
                    <a:pt x="8267" y="8001"/>
                    <a:pt x="8184" y="7968"/>
                  </a:cubicBezTo>
                  <a:cubicBezTo>
                    <a:pt x="7504" y="7704"/>
                    <a:pt x="6808" y="7485"/>
                    <a:pt x="6097" y="7314"/>
                  </a:cubicBezTo>
                  <a:cubicBezTo>
                    <a:pt x="5544" y="7184"/>
                    <a:pt x="5572" y="7098"/>
                    <a:pt x="5508" y="7749"/>
                  </a:cubicBezTo>
                  <a:cubicBezTo>
                    <a:pt x="5464" y="8208"/>
                    <a:pt x="5452" y="8672"/>
                    <a:pt x="5353" y="9127"/>
                  </a:cubicBezTo>
                  <a:cubicBezTo>
                    <a:pt x="5202" y="9091"/>
                    <a:pt x="5138" y="8981"/>
                    <a:pt x="5059" y="8903"/>
                  </a:cubicBezTo>
                  <a:cubicBezTo>
                    <a:pt x="4331" y="8196"/>
                    <a:pt x="3612" y="7489"/>
                    <a:pt x="2884" y="6781"/>
                  </a:cubicBezTo>
                  <a:cubicBezTo>
                    <a:pt x="2753" y="6655"/>
                    <a:pt x="2642" y="6501"/>
                    <a:pt x="2471" y="6419"/>
                  </a:cubicBezTo>
                  <a:cubicBezTo>
                    <a:pt x="1942" y="5830"/>
                    <a:pt x="1362" y="5297"/>
                    <a:pt x="801" y="4744"/>
                  </a:cubicBezTo>
                  <a:cubicBezTo>
                    <a:pt x="558" y="4505"/>
                    <a:pt x="312" y="4265"/>
                    <a:pt x="69" y="4025"/>
                  </a:cubicBezTo>
                  <a:cubicBezTo>
                    <a:pt x="-30" y="3927"/>
                    <a:pt x="-22" y="3846"/>
                    <a:pt x="93" y="3769"/>
                  </a:cubicBezTo>
                  <a:cubicBezTo>
                    <a:pt x="149" y="3732"/>
                    <a:pt x="205" y="3700"/>
                    <a:pt x="260" y="3663"/>
                  </a:cubicBezTo>
                  <a:cubicBezTo>
                    <a:pt x="1159" y="3102"/>
                    <a:pt x="2061" y="2545"/>
                    <a:pt x="2960" y="1980"/>
                  </a:cubicBezTo>
                  <a:cubicBezTo>
                    <a:pt x="3087" y="1899"/>
                    <a:pt x="3250" y="1858"/>
                    <a:pt x="3321" y="1695"/>
                  </a:cubicBezTo>
                  <a:cubicBezTo>
                    <a:pt x="3477" y="1663"/>
                    <a:pt x="3608" y="1577"/>
                    <a:pt x="3743" y="1492"/>
                  </a:cubicBezTo>
                  <a:cubicBezTo>
                    <a:pt x="4439" y="1057"/>
                    <a:pt x="5138" y="618"/>
                    <a:pt x="5838" y="187"/>
                  </a:cubicBezTo>
                  <a:cubicBezTo>
                    <a:pt x="5957" y="114"/>
                    <a:pt x="6057" y="-4"/>
                    <a:pt x="6216" y="0"/>
                  </a:cubicBezTo>
                  <a:cubicBezTo>
                    <a:pt x="6228" y="12"/>
                    <a:pt x="6236" y="24"/>
                    <a:pt x="6248" y="33"/>
                  </a:cubicBezTo>
                  <a:cubicBezTo>
                    <a:pt x="6256" y="581"/>
                    <a:pt x="6156" y="1118"/>
                    <a:pt x="6108" y="1659"/>
                  </a:cubicBezTo>
                  <a:cubicBezTo>
                    <a:pt x="6093" y="1830"/>
                    <a:pt x="6132" y="1899"/>
                    <a:pt x="6295" y="1931"/>
                  </a:cubicBezTo>
                  <a:cubicBezTo>
                    <a:pt x="6792" y="2025"/>
                    <a:pt x="7289" y="2134"/>
                    <a:pt x="7786" y="2240"/>
                  </a:cubicBezTo>
                  <a:cubicBezTo>
                    <a:pt x="7834" y="2256"/>
                    <a:pt x="7882" y="2281"/>
                    <a:pt x="7933" y="2293"/>
                  </a:cubicBezTo>
                  <a:cubicBezTo>
                    <a:pt x="9539" y="2708"/>
                    <a:pt x="11074" y="3330"/>
                    <a:pt x="12557" y="4086"/>
                  </a:cubicBezTo>
                  <a:cubicBezTo>
                    <a:pt x="12740" y="4179"/>
                    <a:pt x="12911" y="4314"/>
                    <a:pt x="13122" y="4346"/>
                  </a:cubicBezTo>
                  <a:cubicBezTo>
                    <a:pt x="13185" y="4436"/>
                    <a:pt x="13285" y="4480"/>
                    <a:pt x="13376" y="4529"/>
                  </a:cubicBezTo>
                  <a:cubicBezTo>
                    <a:pt x="14672" y="5261"/>
                    <a:pt x="15885" y="6111"/>
                    <a:pt x="17002" y="7107"/>
                  </a:cubicBezTo>
                  <a:cubicBezTo>
                    <a:pt x="18449" y="8395"/>
                    <a:pt x="19705" y="9843"/>
                    <a:pt x="20564" y="11615"/>
                  </a:cubicBezTo>
                  <a:cubicBezTo>
                    <a:pt x="21208" y="12941"/>
                    <a:pt x="21570" y="14331"/>
                    <a:pt x="21427" y="15827"/>
                  </a:cubicBezTo>
                  <a:cubicBezTo>
                    <a:pt x="21383" y="16266"/>
                    <a:pt x="21296" y="16697"/>
                    <a:pt x="21149" y="17112"/>
                  </a:cubicBezTo>
                  <a:cubicBezTo>
                    <a:pt x="20691" y="18421"/>
                    <a:pt x="20234" y="19726"/>
                    <a:pt x="19777" y="21031"/>
                  </a:cubicBezTo>
                  <a:cubicBezTo>
                    <a:pt x="19701" y="21226"/>
                    <a:pt x="19590" y="21397"/>
                    <a:pt x="19566" y="21596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lang="en-US" dirty="0"/>
            </a:p>
          </p:txBody>
        </p:sp>
      </p:grpSp>
      <p:sp>
        <p:nvSpPr>
          <p:cNvPr id="8" name="TextBox 82">
            <a:extLst>
              <a:ext uri="{FF2B5EF4-FFF2-40B4-BE49-F238E27FC236}">
                <a16:creationId xmlns:a16="http://schemas.microsoft.com/office/drawing/2014/main" id="{74617BAA-952B-6E8A-C3C5-D7E786895AFC}"/>
              </a:ext>
            </a:extLst>
          </p:cNvPr>
          <p:cNvSpPr txBox="1"/>
          <p:nvPr/>
        </p:nvSpPr>
        <p:spPr>
          <a:xfrm>
            <a:off x="1797449" y="1567223"/>
            <a:ext cx="3535253" cy="182948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TECH SUPPORT</a:t>
            </a:r>
          </a:p>
          <a:p>
            <a:pPr marL="2857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/>
              <a:t>Augment user-to-developer with peer-to-peer </a:t>
            </a:r>
          </a:p>
          <a:p>
            <a:pPr marL="2857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Augment product support with application support</a:t>
            </a:r>
          </a:p>
          <a:p>
            <a:pPr marL="2857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/>
              <a:t>Augment training with knowledge-sharing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Box 82">
            <a:extLst>
              <a:ext uri="{FF2B5EF4-FFF2-40B4-BE49-F238E27FC236}">
                <a16:creationId xmlns:a16="http://schemas.microsoft.com/office/drawing/2014/main" id="{A418C97A-D5BF-D5CE-571A-CEDBF6E32810}"/>
              </a:ext>
            </a:extLst>
          </p:cNvPr>
          <p:cNvSpPr txBox="1"/>
          <p:nvPr/>
        </p:nvSpPr>
        <p:spPr>
          <a:xfrm>
            <a:off x="8177660" y="2409786"/>
            <a:ext cx="3497412" cy="156966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ea typeface="+mn-ea"/>
                <a:cs typeface="+mn-cs"/>
              </a:rPr>
              <a:t>USER GROUP</a:t>
            </a:r>
          </a:p>
          <a:p>
            <a:pPr marL="2857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Offer such a forum for developers that do not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offer their own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/>
              <a:t>Offer an open, autonomous substitute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for closed developer-led, developer-moderated groups</a:t>
            </a:r>
          </a:p>
        </p:txBody>
      </p:sp>
      <p:sp>
        <p:nvSpPr>
          <p:cNvPr id="10" name="TextBox 82">
            <a:extLst>
              <a:ext uri="{FF2B5EF4-FFF2-40B4-BE49-F238E27FC236}">
                <a16:creationId xmlns:a16="http://schemas.microsoft.com/office/drawing/2014/main" id="{3BA36E00-0B94-C4AB-2CA4-BAB38A491E40}"/>
              </a:ext>
            </a:extLst>
          </p:cNvPr>
          <p:cNvSpPr txBox="1"/>
          <p:nvPr/>
        </p:nvSpPr>
        <p:spPr>
          <a:xfrm>
            <a:off x="975859" y="4875308"/>
            <a:ext cx="3944981" cy="132343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CONFERENCES</a:t>
            </a:r>
          </a:p>
          <a:p>
            <a:pPr marL="285750" lvl="0" indent="-1714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Fills gap in national conferences having an emphasis on modeling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285750" lvl="0" indent="-1714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Fills gap in engagement for those short on travel budget/authorization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8B901834-C4F8-90A0-3337-A313991D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29240" cy="1325563"/>
          </a:xfrm>
        </p:spPr>
        <p:txBody>
          <a:bodyPr/>
          <a:lstStyle/>
          <a:p>
            <a:r>
              <a:rPr lang="en-US" dirty="0"/>
              <a:t>A Vendor/Developer Perspective</a:t>
            </a:r>
          </a:p>
        </p:txBody>
      </p:sp>
      <p:sp>
        <p:nvSpPr>
          <p:cNvPr id="18" name="Title 16">
            <a:extLst>
              <a:ext uri="{FF2B5EF4-FFF2-40B4-BE49-F238E27FC236}">
                <a16:creationId xmlns:a16="http://schemas.microsoft.com/office/drawing/2014/main" id="{46FF6428-DFB0-01DE-4CC4-7FB95E1D5D2E}"/>
              </a:ext>
            </a:extLst>
          </p:cNvPr>
          <p:cNvSpPr txBox="1">
            <a:spLocks/>
          </p:cNvSpPr>
          <p:nvPr/>
        </p:nvSpPr>
        <p:spPr>
          <a:xfrm>
            <a:off x="8498840" y="4856367"/>
            <a:ext cx="3016977" cy="15696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000" dirty="0">
                <a:solidFill>
                  <a:schemeClr val="accent1"/>
                </a:solidFill>
              </a:rPr>
              <a:t>Common Modes </a:t>
            </a:r>
            <a:r>
              <a:rPr lang="en-US" sz="3000" dirty="0">
                <a:solidFill>
                  <a:schemeClr val="accent3"/>
                </a:solidFill>
              </a:rPr>
              <a:t>of User-Developer </a:t>
            </a:r>
            <a:r>
              <a:rPr lang="en-US" sz="3000" dirty="0">
                <a:solidFill>
                  <a:schemeClr val="accent2"/>
                </a:solidFill>
              </a:rPr>
              <a:t>Interaction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53A3-A126-FF83-FF24-F982EC430877}"/>
              </a:ext>
            </a:extLst>
          </p:cNvPr>
          <p:cNvSpPr/>
          <p:nvPr/>
        </p:nvSpPr>
        <p:spPr>
          <a:xfrm>
            <a:off x="0" y="0"/>
            <a:ext cx="12192000" cy="4998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Sector Perspective</a:t>
            </a:r>
          </a:p>
        </p:txBody>
      </p:sp>
    </p:spTree>
    <p:extLst>
      <p:ext uri="{BB962C8B-B14F-4D97-AF65-F5344CB8AC3E}">
        <p14:creationId xmlns:p14="http://schemas.microsoft.com/office/powerpoint/2010/main" val="90726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3">
            <a:extLst>
              <a:ext uri="{FF2B5EF4-FFF2-40B4-BE49-F238E27FC236}">
                <a16:creationId xmlns:a16="http://schemas.microsoft.com/office/drawing/2014/main" id="{797826D6-0787-8C78-9257-BEA9045C8B7D}"/>
              </a:ext>
            </a:extLst>
          </p:cNvPr>
          <p:cNvSpPr txBox="1"/>
          <p:nvPr/>
        </p:nvSpPr>
        <p:spPr>
          <a:xfrm>
            <a:off x="7863826" y="1788359"/>
            <a:ext cx="3850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Exposure to potential new clients; </a:t>
            </a:r>
            <a:r>
              <a:rPr lang="en-US" sz="1600" dirty="0"/>
              <a:t>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how-case know-how, relevant experience</a:t>
            </a:r>
          </a:p>
        </p:txBody>
      </p:sp>
      <p:sp>
        <p:nvSpPr>
          <p:cNvPr id="5" name="TextBox 44">
            <a:extLst>
              <a:ext uri="{FF2B5EF4-FFF2-40B4-BE49-F238E27FC236}">
                <a16:creationId xmlns:a16="http://schemas.microsoft.com/office/drawing/2014/main" id="{926BA692-2A54-D408-5C22-4B5ABD6B31D0}"/>
              </a:ext>
            </a:extLst>
          </p:cNvPr>
          <p:cNvSpPr txBox="1"/>
          <p:nvPr/>
        </p:nvSpPr>
        <p:spPr>
          <a:xfrm>
            <a:off x="7863827" y="1462758"/>
            <a:ext cx="231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  <a:ea typeface="Lato" panose="020F0502020204030203" pitchFamily="34" charset="0"/>
                <a:cs typeface="Poppins Medium" pitchFamily="2" charset="77"/>
              </a:rPr>
              <a:t>Client Development</a:t>
            </a:r>
          </a:p>
        </p:txBody>
      </p:sp>
      <p:sp>
        <p:nvSpPr>
          <p:cNvPr id="6" name="TextBox 43">
            <a:extLst>
              <a:ext uri="{FF2B5EF4-FFF2-40B4-BE49-F238E27FC236}">
                <a16:creationId xmlns:a16="http://schemas.microsoft.com/office/drawing/2014/main" id="{95B48298-9763-3644-0233-C4B357A46E7B}"/>
              </a:ext>
            </a:extLst>
          </p:cNvPr>
          <p:cNvSpPr txBox="1"/>
          <p:nvPr/>
        </p:nvSpPr>
        <p:spPr>
          <a:xfrm>
            <a:off x="756920" y="1788359"/>
            <a:ext cx="3571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Access to knowledge, experience that supplement training, mentorship </a:t>
            </a:r>
          </a:p>
        </p:txBody>
      </p:sp>
      <p:sp>
        <p:nvSpPr>
          <p:cNvPr id="7" name="TextBox 44">
            <a:extLst>
              <a:ext uri="{FF2B5EF4-FFF2-40B4-BE49-F238E27FC236}">
                <a16:creationId xmlns:a16="http://schemas.microsoft.com/office/drawing/2014/main" id="{840E1790-E479-6C46-1EA6-53DC1CD9821C}"/>
              </a:ext>
            </a:extLst>
          </p:cNvPr>
          <p:cNvSpPr txBox="1"/>
          <p:nvPr/>
        </p:nvSpPr>
        <p:spPr>
          <a:xfrm>
            <a:off x="1409676" y="1462758"/>
            <a:ext cx="2918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2"/>
                </a:solidFill>
                <a:ea typeface="Lato" panose="020F0502020204030203" pitchFamily="34" charset="0"/>
                <a:cs typeface="Poppins Medium" pitchFamily="2" charset="77"/>
              </a:rPr>
              <a:t>Professional Development</a:t>
            </a:r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2A5210B9-1352-1DF3-73CD-A21FF748DA90}"/>
              </a:ext>
            </a:extLst>
          </p:cNvPr>
          <p:cNvSpPr txBox="1"/>
          <p:nvPr/>
        </p:nvSpPr>
        <p:spPr>
          <a:xfrm>
            <a:off x="8730038" y="3726238"/>
            <a:ext cx="291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Learn of new data, methods; Keep up with state of practice</a:t>
            </a:r>
          </a:p>
        </p:txBody>
      </p:sp>
      <p:sp>
        <p:nvSpPr>
          <p:cNvPr id="10" name="TextBox 44">
            <a:extLst>
              <a:ext uri="{FF2B5EF4-FFF2-40B4-BE49-F238E27FC236}">
                <a16:creationId xmlns:a16="http://schemas.microsoft.com/office/drawing/2014/main" id="{3C8202CE-3F8F-1148-CD95-700F65693236}"/>
              </a:ext>
            </a:extLst>
          </p:cNvPr>
          <p:cNvSpPr txBox="1"/>
          <p:nvPr/>
        </p:nvSpPr>
        <p:spPr>
          <a:xfrm>
            <a:off x="8730039" y="3463788"/>
            <a:ext cx="1450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  <a:ea typeface="Lato" panose="020F0502020204030203" pitchFamily="34" charset="0"/>
                <a:cs typeface="Poppins Medium" pitchFamily="2" charset="77"/>
              </a:rPr>
              <a:t>Discovery</a:t>
            </a:r>
          </a:p>
        </p:txBody>
      </p:sp>
      <p:sp>
        <p:nvSpPr>
          <p:cNvPr id="11" name="TextBox 43">
            <a:extLst>
              <a:ext uri="{FF2B5EF4-FFF2-40B4-BE49-F238E27FC236}">
                <a16:creationId xmlns:a16="http://schemas.microsoft.com/office/drawing/2014/main" id="{2CCFA0E6-8BB1-2394-87F8-48C334E3F80A}"/>
              </a:ext>
            </a:extLst>
          </p:cNvPr>
          <p:cNvSpPr txBox="1"/>
          <p:nvPr/>
        </p:nvSpPr>
        <p:spPr>
          <a:xfrm>
            <a:off x="543464" y="3726238"/>
            <a:ext cx="291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Identify cost-saving practices; Avoid reinventing the wheel</a:t>
            </a:r>
          </a:p>
        </p:txBody>
      </p:sp>
      <p:sp>
        <p:nvSpPr>
          <p:cNvPr id="12" name="TextBox 44">
            <a:extLst>
              <a:ext uri="{FF2B5EF4-FFF2-40B4-BE49-F238E27FC236}">
                <a16:creationId xmlns:a16="http://schemas.microsoft.com/office/drawing/2014/main" id="{34DB85F9-F638-7687-713F-62F6B567B4B6}"/>
              </a:ext>
            </a:extLst>
          </p:cNvPr>
          <p:cNvSpPr txBox="1"/>
          <p:nvPr/>
        </p:nvSpPr>
        <p:spPr>
          <a:xfrm>
            <a:off x="2011133" y="3463788"/>
            <a:ext cx="1450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  <a:ea typeface="Lato" panose="020F0502020204030203" pitchFamily="34" charset="0"/>
                <a:cs typeface="Poppins Medium" pitchFamily="2" charset="77"/>
              </a:rPr>
              <a:t>Efficiency</a:t>
            </a:r>
          </a:p>
        </p:txBody>
      </p:sp>
      <p:sp>
        <p:nvSpPr>
          <p:cNvPr id="15" name="Forma libre 39">
            <a:extLst>
              <a:ext uri="{FF2B5EF4-FFF2-40B4-BE49-F238E27FC236}">
                <a16:creationId xmlns:a16="http://schemas.microsoft.com/office/drawing/2014/main" id="{05C4205C-A281-1DA2-5975-0F71968F0D9B}"/>
              </a:ext>
            </a:extLst>
          </p:cNvPr>
          <p:cNvSpPr/>
          <p:nvPr/>
        </p:nvSpPr>
        <p:spPr>
          <a:xfrm rot="21120087" flipH="1">
            <a:off x="5892024" y="2582885"/>
            <a:ext cx="2380411" cy="2457656"/>
          </a:xfrm>
          <a:custGeom>
            <a:avLst/>
            <a:gdLst>
              <a:gd name="connsiteX0" fmla="*/ 3265297 w 3441700"/>
              <a:gd name="connsiteY0" fmla="*/ 3718306 h 3721100"/>
              <a:gd name="connsiteX1" fmla="*/ 3442208 w 3441700"/>
              <a:gd name="connsiteY1" fmla="*/ 3559683 h 3721100"/>
              <a:gd name="connsiteX2" fmla="*/ 936688 w 3441700"/>
              <a:gd name="connsiteY2" fmla="*/ 3175 h 3721100"/>
              <a:gd name="connsiteX3" fmla="*/ 3175 w 3441700"/>
              <a:gd name="connsiteY3" fmla="*/ 839915 h 3721100"/>
              <a:gd name="connsiteX4" fmla="*/ 3265297 w 3441700"/>
              <a:gd name="connsiteY4" fmla="*/ 3718306 h 372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1700" h="3721100">
                <a:moveTo>
                  <a:pt x="3265297" y="3718306"/>
                </a:moveTo>
                <a:lnTo>
                  <a:pt x="3442208" y="3559683"/>
                </a:lnTo>
                <a:lnTo>
                  <a:pt x="936688" y="3175"/>
                </a:lnTo>
                <a:lnTo>
                  <a:pt x="3175" y="839915"/>
                </a:lnTo>
                <a:lnTo>
                  <a:pt x="3265297" y="3718306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sp>
        <p:nvSpPr>
          <p:cNvPr id="16" name="Forma libre 38">
            <a:extLst>
              <a:ext uri="{FF2B5EF4-FFF2-40B4-BE49-F238E27FC236}">
                <a16:creationId xmlns:a16="http://schemas.microsoft.com/office/drawing/2014/main" id="{BFF47BBA-779D-11B2-4616-8962476A6F08}"/>
              </a:ext>
            </a:extLst>
          </p:cNvPr>
          <p:cNvSpPr/>
          <p:nvPr/>
        </p:nvSpPr>
        <p:spPr>
          <a:xfrm>
            <a:off x="6110757" y="4452617"/>
            <a:ext cx="3030412" cy="826208"/>
          </a:xfrm>
          <a:custGeom>
            <a:avLst/>
            <a:gdLst>
              <a:gd name="connsiteX0" fmla="*/ 29337 w 4381500"/>
              <a:gd name="connsiteY0" fmla="*/ 1220153 h 1250950"/>
              <a:gd name="connsiteX1" fmla="*/ 3175 w 4381500"/>
              <a:gd name="connsiteY1" fmla="*/ 983996 h 1250950"/>
              <a:gd name="connsiteX2" fmla="*/ 4241673 w 4381500"/>
              <a:gd name="connsiteY2" fmla="*/ 3175 h 1250950"/>
              <a:gd name="connsiteX3" fmla="*/ 4379722 w 4381500"/>
              <a:gd name="connsiteY3" fmla="*/ 1249172 h 1250950"/>
              <a:gd name="connsiteX4" fmla="*/ 29337 w 4381500"/>
              <a:gd name="connsiteY4" fmla="*/ 1220153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81500" h="1250950">
                <a:moveTo>
                  <a:pt x="29337" y="1220153"/>
                </a:moveTo>
                <a:lnTo>
                  <a:pt x="3175" y="983996"/>
                </a:lnTo>
                <a:lnTo>
                  <a:pt x="4241673" y="3175"/>
                </a:lnTo>
                <a:lnTo>
                  <a:pt x="4379722" y="1249172"/>
                </a:lnTo>
                <a:lnTo>
                  <a:pt x="29337" y="1220153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sp>
        <p:nvSpPr>
          <p:cNvPr id="17" name="Forma libre 39">
            <a:extLst>
              <a:ext uri="{FF2B5EF4-FFF2-40B4-BE49-F238E27FC236}">
                <a16:creationId xmlns:a16="http://schemas.microsoft.com/office/drawing/2014/main" id="{D62F0A1F-BDEF-95B4-8FCE-9758098ED396}"/>
              </a:ext>
            </a:extLst>
          </p:cNvPr>
          <p:cNvSpPr/>
          <p:nvPr/>
        </p:nvSpPr>
        <p:spPr>
          <a:xfrm rot="479913">
            <a:off x="4031820" y="2647424"/>
            <a:ext cx="2380411" cy="2457656"/>
          </a:xfrm>
          <a:custGeom>
            <a:avLst/>
            <a:gdLst>
              <a:gd name="connsiteX0" fmla="*/ 3265297 w 3441700"/>
              <a:gd name="connsiteY0" fmla="*/ 3718306 h 3721100"/>
              <a:gd name="connsiteX1" fmla="*/ 3442208 w 3441700"/>
              <a:gd name="connsiteY1" fmla="*/ 3559683 h 3721100"/>
              <a:gd name="connsiteX2" fmla="*/ 936688 w 3441700"/>
              <a:gd name="connsiteY2" fmla="*/ 3175 h 3721100"/>
              <a:gd name="connsiteX3" fmla="*/ 3175 w 3441700"/>
              <a:gd name="connsiteY3" fmla="*/ 839915 h 3721100"/>
              <a:gd name="connsiteX4" fmla="*/ 3265297 w 3441700"/>
              <a:gd name="connsiteY4" fmla="*/ 3718306 h 372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1700" h="3721100">
                <a:moveTo>
                  <a:pt x="3265297" y="3718306"/>
                </a:moveTo>
                <a:lnTo>
                  <a:pt x="3442208" y="3559683"/>
                </a:lnTo>
                <a:lnTo>
                  <a:pt x="936688" y="3175"/>
                </a:lnTo>
                <a:lnTo>
                  <a:pt x="3175" y="839915"/>
                </a:lnTo>
                <a:lnTo>
                  <a:pt x="3265297" y="371830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sp>
        <p:nvSpPr>
          <p:cNvPr id="18" name="Forma libre 40">
            <a:extLst>
              <a:ext uri="{FF2B5EF4-FFF2-40B4-BE49-F238E27FC236}">
                <a16:creationId xmlns:a16="http://schemas.microsoft.com/office/drawing/2014/main" id="{2E1B20FA-0C79-754A-7978-B7A75B930A10}"/>
              </a:ext>
            </a:extLst>
          </p:cNvPr>
          <p:cNvSpPr/>
          <p:nvPr/>
        </p:nvSpPr>
        <p:spPr>
          <a:xfrm>
            <a:off x="3047977" y="4452617"/>
            <a:ext cx="3030412" cy="826208"/>
          </a:xfrm>
          <a:custGeom>
            <a:avLst/>
            <a:gdLst>
              <a:gd name="connsiteX0" fmla="*/ 4353497 w 4381500"/>
              <a:gd name="connsiteY0" fmla="*/ 1220153 h 1250950"/>
              <a:gd name="connsiteX1" fmla="*/ 4379659 w 4381500"/>
              <a:gd name="connsiteY1" fmla="*/ 983996 h 1250950"/>
              <a:gd name="connsiteX2" fmla="*/ 141224 w 4381500"/>
              <a:gd name="connsiteY2" fmla="*/ 3175 h 1250950"/>
              <a:gd name="connsiteX3" fmla="*/ 3175 w 4381500"/>
              <a:gd name="connsiteY3" fmla="*/ 1249172 h 1250950"/>
              <a:gd name="connsiteX4" fmla="*/ 4353497 w 4381500"/>
              <a:gd name="connsiteY4" fmla="*/ 1220153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81500" h="1250950">
                <a:moveTo>
                  <a:pt x="4353497" y="1220153"/>
                </a:moveTo>
                <a:lnTo>
                  <a:pt x="4379659" y="983996"/>
                </a:lnTo>
                <a:lnTo>
                  <a:pt x="141224" y="3175"/>
                </a:lnTo>
                <a:lnTo>
                  <a:pt x="3175" y="1249172"/>
                </a:lnTo>
                <a:lnTo>
                  <a:pt x="4353497" y="12201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sp>
        <p:nvSpPr>
          <p:cNvPr id="19" name="Forma libre 53">
            <a:extLst>
              <a:ext uri="{FF2B5EF4-FFF2-40B4-BE49-F238E27FC236}">
                <a16:creationId xmlns:a16="http://schemas.microsoft.com/office/drawing/2014/main" id="{FD2BAC21-876B-2AD7-3667-F9AF5ED96A38}"/>
              </a:ext>
            </a:extLst>
          </p:cNvPr>
          <p:cNvSpPr/>
          <p:nvPr/>
        </p:nvSpPr>
        <p:spPr>
          <a:xfrm>
            <a:off x="2567985" y="4360141"/>
            <a:ext cx="1058448" cy="1010742"/>
          </a:xfrm>
          <a:custGeom>
            <a:avLst/>
            <a:gdLst>
              <a:gd name="connsiteX0" fmla="*/ 1529207 w 1530350"/>
              <a:gd name="connsiteY0" fmla="*/ 766191 h 1530350"/>
              <a:gd name="connsiteX1" fmla="*/ 766191 w 1530350"/>
              <a:gd name="connsiteY1" fmla="*/ 1529207 h 1530350"/>
              <a:gd name="connsiteX2" fmla="*/ 3175 w 1530350"/>
              <a:gd name="connsiteY2" fmla="*/ 766191 h 1530350"/>
              <a:gd name="connsiteX3" fmla="*/ 766191 w 1530350"/>
              <a:gd name="connsiteY3" fmla="*/ 3175 h 1530350"/>
              <a:gd name="connsiteX4" fmla="*/ 1529207 w 1530350"/>
              <a:gd name="connsiteY4" fmla="*/ 766191 h 153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0350" h="1530350">
                <a:moveTo>
                  <a:pt x="1529207" y="766191"/>
                </a:moveTo>
                <a:cubicBezTo>
                  <a:pt x="1529207" y="1187593"/>
                  <a:pt x="1187593" y="1529207"/>
                  <a:pt x="766191" y="1529207"/>
                </a:cubicBezTo>
                <a:cubicBezTo>
                  <a:pt x="344789" y="1529207"/>
                  <a:pt x="3175" y="1187593"/>
                  <a:pt x="3175" y="766191"/>
                </a:cubicBezTo>
                <a:cubicBezTo>
                  <a:pt x="3175" y="344789"/>
                  <a:pt x="344789" y="3175"/>
                  <a:pt x="766191" y="3175"/>
                </a:cubicBezTo>
                <a:cubicBezTo>
                  <a:pt x="1187593" y="3175"/>
                  <a:pt x="1529207" y="344789"/>
                  <a:pt x="1529207" y="766191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sp>
        <p:nvSpPr>
          <p:cNvPr id="20" name="Forma libre 54">
            <a:extLst>
              <a:ext uri="{FF2B5EF4-FFF2-40B4-BE49-F238E27FC236}">
                <a16:creationId xmlns:a16="http://schemas.microsoft.com/office/drawing/2014/main" id="{8061A1BA-A37E-FF15-64C6-1FF193F0DB72}"/>
              </a:ext>
            </a:extLst>
          </p:cNvPr>
          <p:cNvSpPr/>
          <p:nvPr/>
        </p:nvSpPr>
        <p:spPr>
          <a:xfrm>
            <a:off x="8565567" y="4360141"/>
            <a:ext cx="1058448" cy="1010742"/>
          </a:xfrm>
          <a:custGeom>
            <a:avLst/>
            <a:gdLst>
              <a:gd name="connsiteX0" fmla="*/ 1529207 w 1530350"/>
              <a:gd name="connsiteY0" fmla="*/ 766191 h 1530350"/>
              <a:gd name="connsiteX1" fmla="*/ 766191 w 1530350"/>
              <a:gd name="connsiteY1" fmla="*/ 1529207 h 1530350"/>
              <a:gd name="connsiteX2" fmla="*/ 3175 w 1530350"/>
              <a:gd name="connsiteY2" fmla="*/ 766191 h 1530350"/>
              <a:gd name="connsiteX3" fmla="*/ 766191 w 1530350"/>
              <a:gd name="connsiteY3" fmla="*/ 3175 h 1530350"/>
              <a:gd name="connsiteX4" fmla="*/ 1529207 w 1530350"/>
              <a:gd name="connsiteY4" fmla="*/ 766191 h 153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0350" h="1530350">
                <a:moveTo>
                  <a:pt x="1529207" y="766191"/>
                </a:moveTo>
                <a:cubicBezTo>
                  <a:pt x="1529207" y="1187593"/>
                  <a:pt x="1187593" y="1529207"/>
                  <a:pt x="766191" y="1529207"/>
                </a:cubicBezTo>
                <a:cubicBezTo>
                  <a:pt x="344789" y="1529207"/>
                  <a:pt x="3175" y="1187593"/>
                  <a:pt x="3175" y="766191"/>
                </a:cubicBezTo>
                <a:cubicBezTo>
                  <a:pt x="3175" y="344789"/>
                  <a:pt x="344789" y="3175"/>
                  <a:pt x="766191" y="3175"/>
                </a:cubicBezTo>
                <a:cubicBezTo>
                  <a:pt x="1187593" y="3175"/>
                  <a:pt x="1529207" y="344789"/>
                  <a:pt x="1529207" y="766191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sp>
        <p:nvSpPr>
          <p:cNvPr id="21" name="Forma libre 55">
            <a:extLst>
              <a:ext uri="{FF2B5EF4-FFF2-40B4-BE49-F238E27FC236}">
                <a16:creationId xmlns:a16="http://schemas.microsoft.com/office/drawing/2014/main" id="{D2BB9122-0D52-BAAB-9994-8B6106FFBDC0}"/>
              </a:ext>
            </a:extLst>
          </p:cNvPr>
          <p:cNvSpPr/>
          <p:nvPr/>
        </p:nvSpPr>
        <p:spPr>
          <a:xfrm rot="479913">
            <a:off x="3956269" y="2356351"/>
            <a:ext cx="1058448" cy="1010742"/>
          </a:xfrm>
          <a:custGeom>
            <a:avLst/>
            <a:gdLst>
              <a:gd name="connsiteX0" fmla="*/ 1529207 w 1530350"/>
              <a:gd name="connsiteY0" fmla="*/ 766191 h 1530350"/>
              <a:gd name="connsiteX1" fmla="*/ 766191 w 1530350"/>
              <a:gd name="connsiteY1" fmla="*/ 1529207 h 1530350"/>
              <a:gd name="connsiteX2" fmla="*/ 3175 w 1530350"/>
              <a:gd name="connsiteY2" fmla="*/ 766191 h 1530350"/>
              <a:gd name="connsiteX3" fmla="*/ 766191 w 1530350"/>
              <a:gd name="connsiteY3" fmla="*/ 3175 h 1530350"/>
              <a:gd name="connsiteX4" fmla="*/ 1529207 w 1530350"/>
              <a:gd name="connsiteY4" fmla="*/ 766191 h 153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0350" h="1530350">
                <a:moveTo>
                  <a:pt x="1529207" y="766191"/>
                </a:moveTo>
                <a:cubicBezTo>
                  <a:pt x="1529207" y="1187593"/>
                  <a:pt x="1187593" y="1529207"/>
                  <a:pt x="766191" y="1529207"/>
                </a:cubicBezTo>
                <a:cubicBezTo>
                  <a:pt x="344789" y="1529207"/>
                  <a:pt x="3175" y="1187593"/>
                  <a:pt x="3175" y="766191"/>
                </a:cubicBezTo>
                <a:cubicBezTo>
                  <a:pt x="3175" y="344789"/>
                  <a:pt x="344789" y="3175"/>
                  <a:pt x="766191" y="3175"/>
                </a:cubicBezTo>
                <a:cubicBezTo>
                  <a:pt x="1187593" y="3175"/>
                  <a:pt x="1529207" y="344789"/>
                  <a:pt x="1529207" y="766191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grpSp>
        <p:nvGrpSpPr>
          <p:cNvPr id="22" name="Grupo 62">
            <a:extLst>
              <a:ext uri="{FF2B5EF4-FFF2-40B4-BE49-F238E27FC236}">
                <a16:creationId xmlns:a16="http://schemas.microsoft.com/office/drawing/2014/main" id="{D4B9EB5E-EB58-C801-24DF-9F599214D60D}"/>
              </a:ext>
            </a:extLst>
          </p:cNvPr>
          <p:cNvGrpSpPr/>
          <p:nvPr/>
        </p:nvGrpSpPr>
        <p:grpSpPr>
          <a:xfrm>
            <a:off x="4266221" y="2572620"/>
            <a:ext cx="438543" cy="508459"/>
            <a:chOff x="2772311" y="2130236"/>
            <a:chExt cx="428348" cy="520080"/>
          </a:xfrm>
          <a:solidFill>
            <a:srgbClr val="FFFFFF"/>
          </a:solidFill>
        </p:grpSpPr>
        <p:sp>
          <p:nvSpPr>
            <p:cNvPr id="51" name="Forma libre 63">
              <a:extLst>
                <a:ext uri="{FF2B5EF4-FFF2-40B4-BE49-F238E27FC236}">
                  <a16:creationId xmlns:a16="http://schemas.microsoft.com/office/drawing/2014/main" id="{35E82B28-4E20-0819-F6AD-B4FA7BB15251}"/>
                </a:ext>
              </a:extLst>
            </p:cNvPr>
            <p:cNvSpPr/>
            <p:nvPr/>
          </p:nvSpPr>
          <p:spPr>
            <a:xfrm>
              <a:off x="2863529" y="2130236"/>
              <a:ext cx="244876" cy="244876"/>
            </a:xfrm>
            <a:custGeom>
              <a:avLst/>
              <a:gdLst>
                <a:gd name="connsiteX0" fmla="*/ 122771 w 244875"/>
                <a:gd name="connsiteY0" fmla="*/ 244987 h 244875"/>
                <a:gd name="connsiteX1" fmla="*/ 244987 w 244875"/>
                <a:gd name="connsiteY1" fmla="*/ 122771 h 244875"/>
                <a:gd name="connsiteX2" fmla="*/ 122771 w 244875"/>
                <a:gd name="connsiteY2" fmla="*/ 555 h 244875"/>
                <a:gd name="connsiteX3" fmla="*/ 555 w 244875"/>
                <a:gd name="connsiteY3" fmla="*/ 122771 h 244875"/>
                <a:gd name="connsiteX4" fmla="*/ 122771 w 244875"/>
                <a:gd name="connsiteY4" fmla="*/ 244987 h 244875"/>
                <a:gd name="connsiteX5" fmla="*/ 122771 w 244875"/>
                <a:gd name="connsiteY5" fmla="*/ 27114 h 244875"/>
                <a:gd name="connsiteX6" fmla="*/ 218354 w 244875"/>
                <a:gd name="connsiteY6" fmla="*/ 122697 h 244875"/>
                <a:gd name="connsiteX7" fmla="*/ 122771 w 244875"/>
                <a:gd name="connsiteY7" fmla="*/ 218280 h 244875"/>
                <a:gd name="connsiteX8" fmla="*/ 27188 w 244875"/>
                <a:gd name="connsiteY8" fmla="*/ 122697 h 244875"/>
                <a:gd name="connsiteX9" fmla="*/ 122771 w 244875"/>
                <a:gd name="connsiteY9" fmla="*/ 27114 h 24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4875" h="244875">
                  <a:moveTo>
                    <a:pt x="122771" y="244987"/>
                  </a:moveTo>
                  <a:cubicBezTo>
                    <a:pt x="190167" y="244987"/>
                    <a:pt x="244987" y="190167"/>
                    <a:pt x="244987" y="122771"/>
                  </a:cubicBezTo>
                  <a:cubicBezTo>
                    <a:pt x="244987" y="55375"/>
                    <a:pt x="190167" y="555"/>
                    <a:pt x="122771" y="555"/>
                  </a:cubicBezTo>
                  <a:cubicBezTo>
                    <a:pt x="55374" y="555"/>
                    <a:pt x="555" y="55375"/>
                    <a:pt x="555" y="122771"/>
                  </a:cubicBezTo>
                  <a:cubicBezTo>
                    <a:pt x="555" y="190167"/>
                    <a:pt x="55374" y="244987"/>
                    <a:pt x="122771" y="244987"/>
                  </a:cubicBezTo>
                  <a:close/>
                  <a:moveTo>
                    <a:pt x="122771" y="27114"/>
                  </a:moveTo>
                  <a:cubicBezTo>
                    <a:pt x="175519" y="27114"/>
                    <a:pt x="218354" y="70023"/>
                    <a:pt x="218354" y="122697"/>
                  </a:cubicBezTo>
                  <a:cubicBezTo>
                    <a:pt x="218354" y="175371"/>
                    <a:pt x="175445" y="218280"/>
                    <a:pt x="122771" y="218280"/>
                  </a:cubicBezTo>
                  <a:cubicBezTo>
                    <a:pt x="70023" y="218280"/>
                    <a:pt x="27188" y="175371"/>
                    <a:pt x="27188" y="122697"/>
                  </a:cubicBezTo>
                  <a:cubicBezTo>
                    <a:pt x="27188" y="70023"/>
                    <a:pt x="70023" y="27114"/>
                    <a:pt x="122771" y="271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50" dirty="0"/>
            </a:p>
          </p:txBody>
        </p:sp>
        <p:sp>
          <p:nvSpPr>
            <p:cNvPr id="52" name="Forma libre 64">
              <a:extLst>
                <a:ext uri="{FF2B5EF4-FFF2-40B4-BE49-F238E27FC236}">
                  <a16:creationId xmlns:a16="http://schemas.microsoft.com/office/drawing/2014/main" id="{49CF3481-6024-CF46-E098-59FF3DE5A626}"/>
                </a:ext>
              </a:extLst>
            </p:cNvPr>
            <p:cNvSpPr/>
            <p:nvPr/>
          </p:nvSpPr>
          <p:spPr>
            <a:xfrm>
              <a:off x="2772311" y="2426895"/>
              <a:ext cx="428348" cy="223421"/>
            </a:xfrm>
            <a:custGeom>
              <a:avLst/>
              <a:gdLst>
                <a:gd name="connsiteX0" fmla="*/ 427645 w 428347"/>
                <a:gd name="connsiteY0" fmla="*/ 116781 h 223421"/>
                <a:gd name="connsiteX1" fmla="*/ 391024 w 428347"/>
                <a:gd name="connsiteY1" fmla="*/ 46278 h 223421"/>
                <a:gd name="connsiteX2" fmla="*/ 289153 w 428347"/>
                <a:gd name="connsiteY2" fmla="*/ 928 h 223421"/>
                <a:gd name="connsiteX3" fmla="*/ 276576 w 428347"/>
                <a:gd name="connsiteY3" fmla="*/ 4627 h 223421"/>
                <a:gd name="connsiteX4" fmla="*/ 214063 w 428347"/>
                <a:gd name="connsiteY4" fmla="*/ 68842 h 223421"/>
                <a:gd name="connsiteX5" fmla="*/ 151919 w 428347"/>
                <a:gd name="connsiteY5" fmla="*/ 4627 h 223421"/>
                <a:gd name="connsiteX6" fmla="*/ 139268 w 428347"/>
                <a:gd name="connsiteY6" fmla="*/ 928 h 223421"/>
                <a:gd name="connsiteX7" fmla="*/ 38063 w 428347"/>
                <a:gd name="connsiteY7" fmla="*/ 45538 h 223421"/>
                <a:gd name="connsiteX8" fmla="*/ 555 w 428347"/>
                <a:gd name="connsiteY8" fmla="*/ 117299 h 223421"/>
                <a:gd name="connsiteX9" fmla="*/ 555 w 428347"/>
                <a:gd name="connsiteY9" fmla="*/ 209997 h 223421"/>
                <a:gd name="connsiteX10" fmla="*/ 13871 w 428347"/>
                <a:gd name="connsiteY10" fmla="*/ 223313 h 223421"/>
                <a:gd name="connsiteX11" fmla="*/ 414698 w 428347"/>
                <a:gd name="connsiteY11" fmla="*/ 223313 h 223421"/>
                <a:gd name="connsiteX12" fmla="*/ 428015 w 428347"/>
                <a:gd name="connsiteY12" fmla="*/ 209997 h 223421"/>
                <a:gd name="connsiteX13" fmla="*/ 427645 w 428347"/>
                <a:gd name="connsiteY13" fmla="*/ 116781 h 223421"/>
                <a:gd name="connsiteX14" fmla="*/ 27188 w 428347"/>
                <a:gd name="connsiteY14" fmla="*/ 196533 h 223421"/>
                <a:gd name="connsiteX15" fmla="*/ 27188 w 428347"/>
                <a:gd name="connsiteY15" fmla="*/ 117151 h 223421"/>
                <a:gd name="connsiteX16" fmla="*/ 53303 w 428347"/>
                <a:gd name="connsiteY16" fmla="*/ 67214 h 223421"/>
                <a:gd name="connsiteX17" fmla="*/ 138085 w 428347"/>
                <a:gd name="connsiteY17" fmla="*/ 28449 h 223421"/>
                <a:gd name="connsiteX18" fmla="*/ 204445 w 428347"/>
                <a:gd name="connsiteY18" fmla="*/ 97029 h 223421"/>
                <a:gd name="connsiteX19" fmla="*/ 213989 w 428347"/>
                <a:gd name="connsiteY19" fmla="*/ 101098 h 223421"/>
                <a:gd name="connsiteX20" fmla="*/ 213989 w 428347"/>
                <a:gd name="connsiteY20" fmla="*/ 101098 h 223421"/>
                <a:gd name="connsiteX21" fmla="*/ 223532 w 428347"/>
                <a:gd name="connsiteY21" fmla="*/ 97103 h 223421"/>
                <a:gd name="connsiteX22" fmla="*/ 290263 w 428347"/>
                <a:gd name="connsiteY22" fmla="*/ 28597 h 223421"/>
                <a:gd name="connsiteX23" fmla="*/ 375710 w 428347"/>
                <a:gd name="connsiteY23" fmla="*/ 67954 h 223421"/>
                <a:gd name="connsiteX24" fmla="*/ 401012 w 428347"/>
                <a:gd name="connsiteY24" fmla="*/ 116929 h 223421"/>
                <a:gd name="connsiteX25" fmla="*/ 401382 w 428347"/>
                <a:gd name="connsiteY25" fmla="*/ 196533 h 223421"/>
                <a:gd name="connsiteX26" fmla="*/ 27188 w 428347"/>
                <a:gd name="connsiteY26" fmla="*/ 196533 h 22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8347" h="223421">
                  <a:moveTo>
                    <a:pt x="427645" y="116781"/>
                  </a:moveTo>
                  <a:cubicBezTo>
                    <a:pt x="427497" y="88669"/>
                    <a:pt x="413810" y="62258"/>
                    <a:pt x="391024" y="46278"/>
                  </a:cubicBezTo>
                  <a:cubicBezTo>
                    <a:pt x="361062" y="25119"/>
                    <a:pt x="326735" y="9880"/>
                    <a:pt x="289153" y="928"/>
                  </a:cubicBezTo>
                  <a:cubicBezTo>
                    <a:pt x="284566" y="-182"/>
                    <a:pt x="279832" y="1224"/>
                    <a:pt x="276576" y="4627"/>
                  </a:cubicBezTo>
                  <a:lnTo>
                    <a:pt x="214063" y="68842"/>
                  </a:lnTo>
                  <a:lnTo>
                    <a:pt x="151919" y="4627"/>
                  </a:lnTo>
                  <a:cubicBezTo>
                    <a:pt x="148664" y="1224"/>
                    <a:pt x="143855" y="-182"/>
                    <a:pt x="139268" y="928"/>
                  </a:cubicBezTo>
                  <a:cubicBezTo>
                    <a:pt x="101982" y="9732"/>
                    <a:pt x="67951" y="24749"/>
                    <a:pt x="38063" y="45538"/>
                  </a:cubicBezTo>
                  <a:cubicBezTo>
                    <a:pt x="14537" y="61962"/>
                    <a:pt x="555" y="88743"/>
                    <a:pt x="555" y="117299"/>
                  </a:cubicBezTo>
                  <a:lnTo>
                    <a:pt x="555" y="209997"/>
                  </a:lnTo>
                  <a:cubicBezTo>
                    <a:pt x="555" y="217321"/>
                    <a:pt x="6547" y="223313"/>
                    <a:pt x="13871" y="223313"/>
                  </a:cubicBezTo>
                  <a:lnTo>
                    <a:pt x="414698" y="223313"/>
                  </a:lnTo>
                  <a:cubicBezTo>
                    <a:pt x="422022" y="223313"/>
                    <a:pt x="428015" y="217321"/>
                    <a:pt x="428015" y="209997"/>
                  </a:cubicBezTo>
                  <a:cubicBezTo>
                    <a:pt x="428015" y="179221"/>
                    <a:pt x="427793" y="142305"/>
                    <a:pt x="427645" y="116781"/>
                  </a:cubicBezTo>
                  <a:close/>
                  <a:moveTo>
                    <a:pt x="27188" y="196533"/>
                  </a:moveTo>
                  <a:lnTo>
                    <a:pt x="27188" y="117151"/>
                  </a:lnTo>
                  <a:cubicBezTo>
                    <a:pt x="27188" y="97325"/>
                    <a:pt x="36953" y="78681"/>
                    <a:pt x="53303" y="67214"/>
                  </a:cubicBezTo>
                  <a:cubicBezTo>
                    <a:pt x="78456" y="49681"/>
                    <a:pt x="106939" y="36660"/>
                    <a:pt x="138085" y="28449"/>
                  </a:cubicBezTo>
                  <a:lnTo>
                    <a:pt x="204445" y="97029"/>
                  </a:lnTo>
                  <a:cubicBezTo>
                    <a:pt x="206961" y="99618"/>
                    <a:pt x="210364" y="101098"/>
                    <a:pt x="213989" y="101098"/>
                  </a:cubicBezTo>
                  <a:cubicBezTo>
                    <a:pt x="213989" y="101098"/>
                    <a:pt x="213989" y="101098"/>
                    <a:pt x="213989" y="101098"/>
                  </a:cubicBezTo>
                  <a:cubicBezTo>
                    <a:pt x="217614" y="101098"/>
                    <a:pt x="221017" y="99618"/>
                    <a:pt x="223532" y="97103"/>
                  </a:cubicBezTo>
                  <a:lnTo>
                    <a:pt x="290263" y="28597"/>
                  </a:lnTo>
                  <a:cubicBezTo>
                    <a:pt x="321705" y="36882"/>
                    <a:pt x="350409" y="50125"/>
                    <a:pt x="375710" y="67954"/>
                  </a:cubicBezTo>
                  <a:cubicBezTo>
                    <a:pt x="391468" y="79051"/>
                    <a:pt x="400938" y="97325"/>
                    <a:pt x="401012" y="116929"/>
                  </a:cubicBezTo>
                  <a:cubicBezTo>
                    <a:pt x="401160" y="138828"/>
                    <a:pt x="401308" y="169086"/>
                    <a:pt x="401382" y="196533"/>
                  </a:cubicBezTo>
                  <a:lnTo>
                    <a:pt x="27188" y="1965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50" dirty="0"/>
            </a:p>
          </p:txBody>
        </p:sp>
        <p:sp>
          <p:nvSpPr>
            <p:cNvPr id="53" name="Forma libre 65">
              <a:extLst>
                <a:ext uri="{FF2B5EF4-FFF2-40B4-BE49-F238E27FC236}">
                  <a16:creationId xmlns:a16="http://schemas.microsoft.com/office/drawing/2014/main" id="{B7BF41E7-67A2-1766-E103-F9B36E52E90F}"/>
                </a:ext>
              </a:extLst>
            </p:cNvPr>
            <p:cNvSpPr/>
            <p:nvPr/>
          </p:nvSpPr>
          <p:spPr>
            <a:xfrm>
              <a:off x="3039381" y="2516340"/>
              <a:ext cx="80639" cy="80639"/>
            </a:xfrm>
            <a:custGeom>
              <a:avLst/>
              <a:gdLst>
                <a:gd name="connsiteX0" fmla="*/ 50418 w 80638"/>
                <a:gd name="connsiteY0" fmla="*/ 555 h 80638"/>
                <a:gd name="connsiteX1" fmla="*/ 30665 w 80638"/>
                <a:gd name="connsiteY1" fmla="*/ 555 h 80638"/>
                <a:gd name="connsiteX2" fmla="*/ 30665 w 80638"/>
                <a:gd name="connsiteY2" fmla="*/ 30665 h 80638"/>
                <a:gd name="connsiteX3" fmla="*/ 555 w 80638"/>
                <a:gd name="connsiteY3" fmla="*/ 30665 h 80638"/>
                <a:gd name="connsiteX4" fmla="*/ 555 w 80638"/>
                <a:gd name="connsiteY4" fmla="*/ 50418 h 80638"/>
                <a:gd name="connsiteX5" fmla="*/ 30665 w 80638"/>
                <a:gd name="connsiteY5" fmla="*/ 50418 h 80638"/>
                <a:gd name="connsiteX6" fmla="*/ 30665 w 80638"/>
                <a:gd name="connsiteY6" fmla="*/ 80454 h 80638"/>
                <a:gd name="connsiteX7" fmla="*/ 50418 w 80638"/>
                <a:gd name="connsiteY7" fmla="*/ 80454 h 80638"/>
                <a:gd name="connsiteX8" fmla="*/ 50418 w 80638"/>
                <a:gd name="connsiteY8" fmla="*/ 50418 h 80638"/>
                <a:gd name="connsiteX9" fmla="*/ 80528 w 80638"/>
                <a:gd name="connsiteY9" fmla="*/ 50418 h 80638"/>
                <a:gd name="connsiteX10" fmla="*/ 80528 w 80638"/>
                <a:gd name="connsiteY10" fmla="*/ 30665 h 80638"/>
                <a:gd name="connsiteX11" fmla="*/ 50418 w 80638"/>
                <a:gd name="connsiteY11" fmla="*/ 30665 h 8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638" h="80638">
                  <a:moveTo>
                    <a:pt x="50418" y="555"/>
                  </a:moveTo>
                  <a:lnTo>
                    <a:pt x="30665" y="555"/>
                  </a:lnTo>
                  <a:lnTo>
                    <a:pt x="30665" y="30665"/>
                  </a:lnTo>
                  <a:lnTo>
                    <a:pt x="555" y="30665"/>
                  </a:lnTo>
                  <a:lnTo>
                    <a:pt x="555" y="50418"/>
                  </a:lnTo>
                  <a:lnTo>
                    <a:pt x="30665" y="50418"/>
                  </a:lnTo>
                  <a:lnTo>
                    <a:pt x="30665" y="80454"/>
                  </a:lnTo>
                  <a:lnTo>
                    <a:pt x="50418" y="80454"/>
                  </a:lnTo>
                  <a:lnTo>
                    <a:pt x="50418" y="50418"/>
                  </a:lnTo>
                  <a:lnTo>
                    <a:pt x="80528" y="50418"/>
                  </a:lnTo>
                  <a:lnTo>
                    <a:pt x="80528" y="30665"/>
                  </a:lnTo>
                  <a:lnTo>
                    <a:pt x="50418" y="3066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50" dirty="0"/>
            </a:p>
          </p:txBody>
        </p:sp>
      </p:grpSp>
      <p:grpSp>
        <p:nvGrpSpPr>
          <p:cNvPr id="55" name="Graphic 22" descr="A lightbulb">
            <a:extLst>
              <a:ext uri="{FF2B5EF4-FFF2-40B4-BE49-F238E27FC236}">
                <a16:creationId xmlns:a16="http://schemas.microsoft.com/office/drawing/2014/main" id="{3E46FB31-CF9F-6180-C065-0C0C1146D97A}"/>
              </a:ext>
            </a:extLst>
          </p:cNvPr>
          <p:cNvGrpSpPr/>
          <p:nvPr/>
        </p:nvGrpSpPr>
        <p:grpSpPr>
          <a:xfrm>
            <a:off x="5757418" y="4820402"/>
            <a:ext cx="722398" cy="1096198"/>
            <a:chOff x="5757418" y="5120122"/>
            <a:chExt cx="722398" cy="1096198"/>
          </a:xfrm>
          <a:solidFill>
            <a:srgbClr val="D9D9D9"/>
          </a:solidFill>
        </p:grpSpPr>
        <p:grpSp>
          <p:nvGrpSpPr>
            <p:cNvPr id="56" name="Graphic 22" descr="A lightbulb">
              <a:extLst>
                <a:ext uri="{FF2B5EF4-FFF2-40B4-BE49-F238E27FC236}">
                  <a16:creationId xmlns:a16="http://schemas.microsoft.com/office/drawing/2014/main" id="{6ADD2C2B-D64D-92E1-020B-6C4165C36492}"/>
                </a:ext>
              </a:extLst>
            </p:cNvPr>
            <p:cNvGrpSpPr/>
            <p:nvPr/>
          </p:nvGrpSpPr>
          <p:grpSpPr>
            <a:xfrm>
              <a:off x="5975817" y="6018921"/>
              <a:ext cx="285600" cy="197400"/>
              <a:chOff x="5975817" y="6018921"/>
              <a:chExt cx="285600" cy="197400"/>
            </a:xfrm>
            <a:grpFill/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0A3252D-69DB-A855-C2CD-200DB66A1012}"/>
                  </a:ext>
                </a:extLst>
              </p:cNvPr>
              <p:cNvSpPr/>
              <p:nvPr/>
            </p:nvSpPr>
            <p:spPr>
              <a:xfrm>
                <a:off x="5975817" y="6018921"/>
                <a:ext cx="285600" cy="33600"/>
              </a:xfrm>
              <a:custGeom>
                <a:avLst/>
                <a:gdLst>
                  <a:gd name="connsiteX0" fmla="*/ 268800 w 285600"/>
                  <a:gd name="connsiteY0" fmla="*/ 33600 h 33600"/>
                  <a:gd name="connsiteX1" fmla="*/ 16800 w 285600"/>
                  <a:gd name="connsiteY1" fmla="*/ 33600 h 33600"/>
                  <a:gd name="connsiteX2" fmla="*/ 0 w 285600"/>
                  <a:gd name="connsiteY2" fmla="*/ 16800 h 33600"/>
                  <a:gd name="connsiteX3" fmla="*/ 16800 w 285600"/>
                  <a:gd name="connsiteY3" fmla="*/ 0 h 33600"/>
                  <a:gd name="connsiteX4" fmla="*/ 268800 w 285600"/>
                  <a:gd name="connsiteY4" fmla="*/ 0 h 33600"/>
                  <a:gd name="connsiteX5" fmla="*/ 285600 w 285600"/>
                  <a:gd name="connsiteY5" fmla="*/ 16800 h 33600"/>
                  <a:gd name="connsiteX6" fmla="*/ 268800 w 285600"/>
                  <a:gd name="connsiteY6" fmla="*/ 33600 h 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600" h="33600">
                    <a:moveTo>
                      <a:pt x="268800" y="33600"/>
                    </a:moveTo>
                    <a:lnTo>
                      <a:pt x="16800" y="33600"/>
                    </a:lnTo>
                    <a:cubicBezTo>
                      <a:pt x="7522" y="33600"/>
                      <a:pt x="0" y="26078"/>
                      <a:pt x="0" y="16800"/>
                    </a:cubicBezTo>
                    <a:cubicBezTo>
                      <a:pt x="0" y="7522"/>
                      <a:pt x="7522" y="0"/>
                      <a:pt x="16800" y="0"/>
                    </a:cubicBezTo>
                    <a:lnTo>
                      <a:pt x="268800" y="0"/>
                    </a:lnTo>
                    <a:cubicBezTo>
                      <a:pt x="278078" y="0"/>
                      <a:pt x="285600" y="7522"/>
                      <a:pt x="285600" y="16800"/>
                    </a:cubicBezTo>
                    <a:cubicBezTo>
                      <a:pt x="285600" y="26078"/>
                      <a:pt x="278078" y="33600"/>
                      <a:pt x="268800" y="33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41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E3DD0D5-B62E-3F55-807E-EB8E1B45BF2A}"/>
                  </a:ext>
                </a:extLst>
              </p:cNvPr>
              <p:cNvSpPr/>
              <p:nvPr/>
            </p:nvSpPr>
            <p:spPr>
              <a:xfrm>
                <a:off x="5975817" y="6073521"/>
                <a:ext cx="285600" cy="33600"/>
              </a:xfrm>
              <a:custGeom>
                <a:avLst/>
                <a:gdLst>
                  <a:gd name="connsiteX0" fmla="*/ 268800 w 285600"/>
                  <a:gd name="connsiteY0" fmla="*/ 33600 h 33600"/>
                  <a:gd name="connsiteX1" fmla="*/ 16800 w 285600"/>
                  <a:gd name="connsiteY1" fmla="*/ 33600 h 33600"/>
                  <a:gd name="connsiteX2" fmla="*/ 0 w 285600"/>
                  <a:gd name="connsiteY2" fmla="*/ 16800 h 33600"/>
                  <a:gd name="connsiteX3" fmla="*/ 16800 w 285600"/>
                  <a:gd name="connsiteY3" fmla="*/ 0 h 33600"/>
                  <a:gd name="connsiteX4" fmla="*/ 268800 w 285600"/>
                  <a:gd name="connsiteY4" fmla="*/ 0 h 33600"/>
                  <a:gd name="connsiteX5" fmla="*/ 285600 w 285600"/>
                  <a:gd name="connsiteY5" fmla="*/ 16800 h 33600"/>
                  <a:gd name="connsiteX6" fmla="*/ 268800 w 285600"/>
                  <a:gd name="connsiteY6" fmla="*/ 33600 h 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600" h="33600">
                    <a:moveTo>
                      <a:pt x="268800" y="33600"/>
                    </a:moveTo>
                    <a:lnTo>
                      <a:pt x="16800" y="33600"/>
                    </a:lnTo>
                    <a:cubicBezTo>
                      <a:pt x="7522" y="33600"/>
                      <a:pt x="0" y="26078"/>
                      <a:pt x="0" y="16800"/>
                    </a:cubicBezTo>
                    <a:cubicBezTo>
                      <a:pt x="0" y="7522"/>
                      <a:pt x="7522" y="0"/>
                      <a:pt x="16800" y="0"/>
                    </a:cubicBezTo>
                    <a:lnTo>
                      <a:pt x="268800" y="0"/>
                    </a:lnTo>
                    <a:cubicBezTo>
                      <a:pt x="278078" y="0"/>
                      <a:pt x="285600" y="7522"/>
                      <a:pt x="285600" y="16800"/>
                    </a:cubicBezTo>
                    <a:cubicBezTo>
                      <a:pt x="285600" y="26078"/>
                      <a:pt x="278078" y="33600"/>
                      <a:pt x="268800" y="33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41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0D8B965-767D-AF22-60E1-21091C96E893}"/>
                  </a:ext>
                </a:extLst>
              </p:cNvPr>
              <p:cNvSpPr/>
              <p:nvPr/>
            </p:nvSpPr>
            <p:spPr>
              <a:xfrm>
                <a:off x="5975817" y="6128121"/>
                <a:ext cx="285600" cy="33600"/>
              </a:xfrm>
              <a:custGeom>
                <a:avLst/>
                <a:gdLst>
                  <a:gd name="connsiteX0" fmla="*/ 268800 w 285600"/>
                  <a:gd name="connsiteY0" fmla="*/ 33600 h 33600"/>
                  <a:gd name="connsiteX1" fmla="*/ 16800 w 285600"/>
                  <a:gd name="connsiteY1" fmla="*/ 33600 h 33600"/>
                  <a:gd name="connsiteX2" fmla="*/ 0 w 285600"/>
                  <a:gd name="connsiteY2" fmla="*/ 16800 h 33600"/>
                  <a:gd name="connsiteX3" fmla="*/ 16800 w 285600"/>
                  <a:gd name="connsiteY3" fmla="*/ 0 h 33600"/>
                  <a:gd name="connsiteX4" fmla="*/ 268800 w 285600"/>
                  <a:gd name="connsiteY4" fmla="*/ 0 h 33600"/>
                  <a:gd name="connsiteX5" fmla="*/ 285600 w 285600"/>
                  <a:gd name="connsiteY5" fmla="*/ 16800 h 33600"/>
                  <a:gd name="connsiteX6" fmla="*/ 268800 w 285600"/>
                  <a:gd name="connsiteY6" fmla="*/ 33600 h 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600" h="33600">
                    <a:moveTo>
                      <a:pt x="268800" y="33600"/>
                    </a:moveTo>
                    <a:lnTo>
                      <a:pt x="16800" y="33600"/>
                    </a:lnTo>
                    <a:cubicBezTo>
                      <a:pt x="7522" y="33600"/>
                      <a:pt x="0" y="26078"/>
                      <a:pt x="0" y="16800"/>
                    </a:cubicBezTo>
                    <a:cubicBezTo>
                      <a:pt x="0" y="7522"/>
                      <a:pt x="7522" y="0"/>
                      <a:pt x="16800" y="0"/>
                    </a:cubicBezTo>
                    <a:lnTo>
                      <a:pt x="268800" y="0"/>
                    </a:lnTo>
                    <a:cubicBezTo>
                      <a:pt x="278078" y="0"/>
                      <a:pt x="285600" y="7522"/>
                      <a:pt x="285600" y="16800"/>
                    </a:cubicBezTo>
                    <a:cubicBezTo>
                      <a:pt x="285600" y="26078"/>
                      <a:pt x="278078" y="33600"/>
                      <a:pt x="268800" y="33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41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56417DC3-CE36-302C-B5C6-1D74D97604BC}"/>
                  </a:ext>
                </a:extLst>
              </p:cNvPr>
              <p:cNvSpPr/>
              <p:nvPr/>
            </p:nvSpPr>
            <p:spPr>
              <a:xfrm>
                <a:off x="6059817" y="6182721"/>
                <a:ext cx="117600" cy="33600"/>
              </a:xfrm>
              <a:custGeom>
                <a:avLst/>
                <a:gdLst>
                  <a:gd name="connsiteX0" fmla="*/ 100800 w 117600"/>
                  <a:gd name="connsiteY0" fmla="*/ 33600 h 33600"/>
                  <a:gd name="connsiteX1" fmla="*/ 16800 w 117600"/>
                  <a:gd name="connsiteY1" fmla="*/ 33600 h 33600"/>
                  <a:gd name="connsiteX2" fmla="*/ 0 w 117600"/>
                  <a:gd name="connsiteY2" fmla="*/ 16800 h 33600"/>
                  <a:gd name="connsiteX3" fmla="*/ 16800 w 117600"/>
                  <a:gd name="connsiteY3" fmla="*/ 0 h 33600"/>
                  <a:gd name="connsiteX4" fmla="*/ 100800 w 117600"/>
                  <a:gd name="connsiteY4" fmla="*/ 0 h 33600"/>
                  <a:gd name="connsiteX5" fmla="*/ 117600 w 117600"/>
                  <a:gd name="connsiteY5" fmla="*/ 16800 h 33600"/>
                  <a:gd name="connsiteX6" fmla="*/ 100800 w 117600"/>
                  <a:gd name="connsiteY6" fmla="*/ 33600 h 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600" h="33600">
                    <a:moveTo>
                      <a:pt x="100800" y="33600"/>
                    </a:moveTo>
                    <a:lnTo>
                      <a:pt x="16800" y="33600"/>
                    </a:lnTo>
                    <a:cubicBezTo>
                      <a:pt x="7522" y="33600"/>
                      <a:pt x="0" y="26078"/>
                      <a:pt x="0" y="16800"/>
                    </a:cubicBezTo>
                    <a:cubicBezTo>
                      <a:pt x="0" y="7522"/>
                      <a:pt x="7522" y="0"/>
                      <a:pt x="16800" y="0"/>
                    </a:cubicBezTo>
                    <a:lnTo>
                      <a:pt x="100800" y="0"/>
                    </a:lnTo>
                    <a:cubicBezTo>
                      <a:pt x="110078" y="0"/>
                      <a:pt x="117600" y="7522"/>
                      <a:pt x="117600" y="16800"/>
                    </a:cubicBezTo>
                    <a:cubicBezTo>
                      <a:pt x="117600" y="26078"/>
                      <a:pt x="110078" y="33600"/>
                      <a:pt x="100800" y="33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41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AAA7562-9004-EA09-0189-180A2AB9E55B}"/>
                </a:ext>
              </a:extLst>
            </p:cNvPr>
            <p:cNvSpPr/>
            <p:nvPr/>
          </p:nvSpPr>
          <p:spPr>
            <a:xfrm>
              <a:off x="5757418" y="5120122"/>
              <a:ext cx="722398" cy="877798"/>
            </a:xfrm>
            <a:custGeom>
              <a:avLst/>
              <a:gdLst>
                <a:gd name="connsiteX0" fmla="*/ 722398 w 722398"/>
                <a:gd name="connsiteY0" fmla="*/ 361198 h 877798"/>
                <a:gd name="connsiteX1" fmla="*/ 352467 w 722398"/>
                <a:gd name="connsiteY1" fmla="*/ 103 h 877798"/>
                <a:gd name="connsiteX2" fmla="*/ 49 w 722398"/>
                <a:gd name="connsiteY2" fmla="*/ 367250 h 877798"/>
                <a:gd name="connsiteX3" fmla="*/ 111744 w 722398"/>
                <a:gd name="connsiteY3" fmla="*/ 622380 h 877798"/>
                <a:gd name="connsiteX4" fmla="*/ 235198 w 722398"/>
                <a:gd name="connsiteY4" fmla="*/ 870629 h 877798"/>
                <a:gd name="connsiteX5" fmla="*/ 235198 w 722398"/>
                <a:gd name="connsiteY5" fmla="*/ 877798 h 877798"/>
                <a:gd name="connsiteX6" fmla="*/ 487198 w 722398"/>
                <a:gd name="connsiteY6" fmla="*/ 877798 h 877798"/>
                <a:gd name="connsiteX7" fmla="*/ 487198 w 722398"/>
                <a:gd name="connsiteY7" fmla="*/ 865564 h 877798"/>
                <a:gd name="connsiteX8" fmla="*/ 609217 w 722398"/>
                <a:gd name="connsiteY8" fmla="*/ 623740 h 877798"/>
                <a:gd name="connsiteX9" fmla="*/ 722398 w 722398"/>
                <a:gd name="connsiteY9" fmla="*/ 361198 h 877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2398" h="877798">
                  <a:moveTo>
                    <a:pt x="722398" y="361198"/>
                  </a:moveTo>
                  <a:cubicBezTo>
                    <a:pt x="722398" y="158809"/>
                    <a:pt x="555940" y="-4702"/>
                    <a:pt x="352467" y="103"/>
                  </a:cubicBezTo>
                  <a:cubicBezTo>
                    <a:pt x="155201" y="4757"/>
                    <a:pt x="-3189" y="169955"/>
                    <a:pt x="49" y="367250"/>
                  </a:cubicBezTo>
                  <a:cubicBezTo>
                    <a:pt x="1695" y="467563"/>
                    <a:pt x="44245" y="557918"/>
                    <a:pt x="111744" y="622380"/>
                  </a:cubicBezTo>
                  <a:cubicBezTo>
                    <a:pt x="191821" y="698861"/>
                    <a:pt x="235198" y="759892"/>
                    <a:pt x="235198" y="870629"/>
                  </a:cubicBezTo>
                  <a:lnTo>
                    <a:pt x="235198" y="877798"/>
                  </a:lnTo>
                  <a:lnTo>
                    <a:pt x="487198" y="877798"/>
                  </a:lnTo>
                  <a:lnTo>
                    <a:pt x="487198" y="865564"/>
                  </a:lnTo>
                  <a:cubicBezTo>
                    <a:pt x="487198" y="756998"/>
                    <a:pt x="530299" y="698299"/>
                    <a:pt x="609217" y="623740"/>
                  </a:cubicBezTo>
                  <a:cubicBezTo>
                    <a:pt x="678907" y="557905"/>
                    <a:pt x="722398" y="464640"/>
                    <a:pt x="722398" y="361198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62" name="Graphic 22" descr="A lightbulb">
            <a:extLst>
              <a:ext uri="{FF2B5EF4-FFF2-40B4-BE49-F238E27FC236}">
                <a16:creationId xmlns:a16="http://schemas.microsoft.com/office/drawing/2014/main" id="{84E71DB3-D2A5-A3A4-0285-905CD9B29122}"/>
              </a:ext>
            </a:extLst>
          </p:cNvPr>
          <p:cNvGrpSpPr/>
          <p:nvPr/>
        </p:nvGrpSpPr>
        <p:grpSpPr>
          <a:xfrm>
            <a:off x="5832672" y="4882888"/>
            <a:ext cx="314706" cy="314705"/>
            <a:chOff x="5832672" y="5182608"/>
            <a:chExt cx="314706" cy="314705"/>
          </a:xfrm>
          <a:solidFill>
            <a:srgbClr val="FFFFFF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0AF86AE-D0EA-ADDF-EBFD-4B360455392A}"/>
                </a:ext>
              </a:extLst>
            </p:cNvPr>
            <p:cNvSpPr/>
            <p:nvPr/>
          </p:nvSpPr>
          <p:spPr>
            <a:xfrm>
              <a:off x="5871401" y="5182608"/>
              <a:ext cx="275977" cy="169948"/>
            </a:xfrm>
            <a:custGeom>
              <a:avLst/>
              <a:gdLst>
                <a:gd name="connsiteX0" fmla="*/ 12591 w 275977"/>
                <a:gd name="connsiteY0" fmla="*/ 169949 h 169948"/>
                <a:gd name="connsiteX1" fmla="*/ 6296 w 275977"/>
                <a:gd name="connsiteY1" fmla="*/ 168252 h 169948"/>
                <a:gd name="connsiteX2" fmla="*/ 1697 w 275977"/>
                <a:gd name="connsiteY2" fmla="*/ 151036 h 169948"/>
                <a:gd name="connsiteX3" fmla="*/ 263378 w 275977"/>
                <a:gd name="connsiteY3" fmla="*/ 0 h 169948"/>
                <a:gd name="connsiteX4" fmla="*/ 275978 w 275977"/>
                <a:gd name="connsiteY4" fmla="*/ 12600 h 169948"/>
                <a:gd name="connsiteX5" fmla="*/ 263378 w 275977"/>
                <a:gd name="connsiteY5" fmla="*/ 25200 h 169948"/>
                <a:gd name="connsiteX6" fmla="*/ 23511 w 275977"/>
                <a:gd name="connsiteY6" fmla="*/ 163657 h 169948"/>
                <a:gd name="connsiteX7" fmla="*/ 12591 w 275977"/>
                <a:gd name="connsiteY7" fmla="*/ 169949 h 169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5977" h="169948">
                  <a:moveTo>
                    <a:pt x="12591" y="169949"/>
                  </a:moveTo>
                  <a:cubicBezTo>
                    <a:pt x="10449" y="169949"/>
                    <a:pt x="8282" y="169403"/>
                    <a:pt x="6296" y="168252"/>
                  </a:cubicBezTo>
                  <a:cubicBezTo>
                    <a:pt x="269" y="164766"/>
                    <a:pt x="-1789" y="157059"/>
                    <a:pt x="1697" y="151036"/>
                  </a:cubicBezTo>
                  <a:cubicBezTo>
                    <a:pt x="55595" y="57872"/>
                    <a:pt x="155862" y="0"/>
                    <a:pt x="263378" y="0"/>
                  </a:cubicBezTo>
                  <a:cubicBezTo>
                    <a:pt x="270337" y="0"/>
                    <a:pt x="275978" y="5641"/>
                    <a:pt x="275978" y="12600"/>
                  </a:cubicBezTo>
                  <a:cubicBezTo>
                    <a:pt x="275978" y="19559"/>
                    <a:pt x="270337" y="25200"/>
                    <a:pt x="263378" y="25200"/>
                  </a:cubicBezTo>
                  <a:cubicBezTo>
                    <a:pt x="164829" y="25200"/>
                    <a:pt x="72916" y="78254"/>
                    <a:pt x="23511" y="163657"/>
                  </a:cubicBezTo>
                  <a:cubicBezTo>
                    <a:pt x="21176" y="167693"/>
                    <a:pt x="16943" y="169949"/>
                    <a:pt x="12591" y="169949"/>
                  </a:cubicBezTo>
                  <a:close/>
                </a:path>
              </a:pathLst>
            </a:custGeom>
            <a:solidFill>
              <a:srgbClr val="FFFFFF"/>
            </a:solidFill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F5F0045-8F23-97A9-A1DB-501C971ECBAD}"/>
                </a:ext>
              </a:extLst>
            </p:cNvPr>
            <p:cNvSpPr/>
            <p:nvPr/>
          </p:nvSpPr>
          <p:spPr>
            <a:xfrm>
              <a:off x="5832672" y="5397660"/>
              <a:ext cx="34864" cy="99654"/>
            </a:xfrm>
            <a:custGeom>
              <a:avLst/>
              <a:gdLst>
                <a:gd name="connsiteX0" fmla="*/ 12600 w 34864"/>
                <a:gd name="connsiteY0" fmla="*/ 99654 h 99654"/>
                <a:gd name="connsiteX1" fmla="*/ 0 w 34864"/>
                <a:gd name="connsiteY1" fmla="*/ 87054 h 99654"/>
                <a:gd name="connsiteX2" fmla="*/ 10084 w 34864"/>
                <a:gd name="connsiteY2" fmla="*/ 9375 h 99654"/>
                <a:gd name="connsiteX3" fmla="*/ 25494 w 34864"/>
                <a:gd name="connsiteY3" fmla="*/ 429 h 99654"/>
                <a:gd name="connsiteX4" fmla="*/ 34440 w 34864"/>
                <a:gd name="connsiteY4" fmla="*/ 15839 h 99654"/>
                <a:gd name="connsiteX5" fmla="*/ 25200 w 34864"/>
                <a:gd name="connsiteY5" fmla="*/ 87054 h 99654"/>
                <a:gd name="connsiteX6" fmla="*/ 12600 w 34864"/>
                <a:gd name="connsiteY6" fmla="*/ 99654 h 9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864" h="99654">
                  <a:moveTo>
                    <a:pt x="12600" y="99654"/>
                  </a:moveTo>
                  <a:cubicBezTo>
                    <a:pt x="5641" y="99654"/>
                    <a:pt x="0" y="94014"/>
                    <a:pt x="0" y="87054"/>
                  </a:cubicBezTo>
                  <a:cubicBezTo>
                    <a:pt x="0" y="60724"/>
                    <a:pt x="3394" y="34588"/>
                    <a:pt x="10084" y="9375"/>
                  </a:cubicBezTo>
                  <a:cubicBezTo>
                    <a:pt x="11869" y="2647"/>
                    <a:pt x="18761" y="-1368"/>
                    <a:pt x="25494" y="429"/>
                  </a:cubicBezTo>
                  <a:cubicBezTo>
                    <a:pt x="32222" y="2214"/>
                    <a:pt x="36225" y="9111"/>
                    <a:pt x="34440" y="15839"/>
                  </a:cubicBezTo>
                  <a:cubicBezTo>
                    <a:pt x="28308" y="38943"/>
                    <a:pt x="25200" y="62908"/>
                    <a:pt x="25200" y="87054"/>
                  </a:cubicBezTo>
                  <a:cubicBezTo>
                    <a:pt x="25200" y="94009"/>
                    <a:pt x="19559" y="99654"/>
                    <a:pt x="12600" y="99654"/>
                  </a:cubicBezTo>
                  <a:close/>
                </a:path>
              </a:pathLst>
            </a:custGeom>
            <a:solidFill>
              <a:srgbClr val="FFFFFF"/>
            </a:solidFill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B85A68C-1A74-13B9-70C1-628EBB8E01E9}"/>
              </a:ext>
            </a:extLst>
          </p:cNvPr>
          <p:cNvSpPr/>
          <p:nvPr/>
        </p:nvSpPr>
        <p:spPr>
          <a:xfrm>
            <a:off x="5942217" y="5269801"/>
            <a:ext cx="352800" cy="429240"/>
          </a:xfrm>
          <a:custGeom>
            <a:avLst/>
            <a:gdLst>
              <a:gd name="connsiteX0" fmla="*/ 281400 w 352800"/>
              <a:gd name="connsiteY0" fmla="*/ 0 h 429240"/>
              <a:gd name="connsiteX1" fmla="*/ 210000 w 352800"/>
              <a:gd name="connsiteY1" fmla="*/ 71400 h 429240"/>
              <a:gd name="connsiteX2" fmla="*/ 210000 w 352800"/>
              <a:gd name="connsiteY2" fmla="*/ 117999 h 429240"/>
              <a:gd name="connsiteX3" fmla="*/ 142800 w 352800"/>
              <a:gd name="connsiteY3" fmla="*/ 117999 h 429240"/>
              <a:gd name="connsiteX4" fmla="*/ 142800 w 352800"/>
              <a:gd name="connsiteY4" fmla="*/ 71400 h 429240"/>
              <a:gd name="connsiteX5" fmla="*/ 71400 w 352800"/>
              <a:gd name="connsiteY5" fmla="*/ 0 h 429240"/>
              <a:gd name="connsiteX6" fmla="*/ 0 w 352800"/>
              <a:gd name="connsiteY6" fmla="*/ 71400 h 429240"/>
              <a:gd name="connsiteX7" fmla="*/ 71400 w 352800"/>
              <a:gd name="connsiteY7" fmla="*/ 142800 h 429240"/>
              <a:gd name="connsiteX8" fmla="*/ 117600 w 352800"/>
              <a:gd name="connsiteY8" fmla="*/ 142800 h 429240"/>
              <a:gd name="connsiteX9" fmla="*/ 117600 w 352800"/>
              <a:gd name="connsiteY9" fmla="*/ 429240 h 429240"/>
              <a:gd name="connsiteX10" fmla="*/ 142800 w 352800"/>
              <a:gd name="connsiteY10" fmla="*/ 429240 h 429240"/>
              <a:gd name="connsiteX11" fmla="*/ 142800 w 352800"/>
              <a:gd name="connsiteY11" fmla="*/ 143199 h 429240"/>
              <a:gd name="connsiteX12" fmla="*/ 210000 w 352800"/>
              <a:gd name="connsiteY12" fmla="*/ 143199 h 429240"/>
              <a:gd name="connsiteX13" fmla="*/ 210000 w 352800"/>
              <a:gd name="connsiteY13" fmla="*/ 429240 h 429240"/>
              <a:gd name="connsiteX14" fmla="*/ 235200 w 352800"/>
              <a:gd name="connsiteY14" fmla="*/ 429240 h 429240"/>
              <a:gd name="connsiteX15" fmla="*/ 235200 w 352800"/>
              <a:gd name="connsiteY15" fmla="*/ 142800 h 429240"/>
              <a:gd name="connsiteX16" fmla="*/ 281400 w 352800"/>
              <a:gd name="connsiteY16" fmla="*/ 142800 h 429240"/>
              <a:gd name="connsiteX17" fmla="*/ 352800 w 352800"/>
              <a:gd name="connsiteY17" fmla="*/ 71400 h 429240"/>
              <a:gd name="connsiteX18" fmla="*/ 281400 w 352800"/>
              <a:gd name="connsiteY18" fmla="*/ 0 h 429240"/>
              <a:gd name="connsiteX19" fmla="*/ 25200 w 352800"/>
              <a:gd name="connsiteY19" fmla="*/ 71400 h 429240"/>
              <a:gd name="connsiteX20" fmla="*/ 71400 w 352800"/>
              <a:gd name="connsiteY20" fmla="*/ 25200 h 429240"/>
              <a:gd name="connsiteX21" fmla="*/ 117600 w 352800"/>
              <a:gd name="connsiteY21" fmla="*/ 71400 h 429240"/>
              <a:gd name="connsiteX22" fmla="*/ 117600 w 352800"/>
              <a:gd name="connsiteY22" fmla="*/ 117600 h 429240"/>
              <a:gd name="connsiteX23" fmla="*/ 71400 w 352800"/>
              <a:gd name="connsiteY23" fmla="*/ 117600 h 429240"/>
              <a:gd name="connsiteX24" fmla="*/ 25200 w 352800"/>
              <a:gd name="connsiteY24" fmla="*/ 71400 h 429240"/>
              <a:gd name="connsiteX25" fmla="*/ 281400 w 352800"/>
              <a:gd name="connsiteY25" fmla="*/ 117600 h 429240"/>
              <a:gd name="connsiteX26" fmla="*/ 235200 w 352800"/>
              <a:gd name="connsiteY26" fmla="*/ 117600 h 429240"/>
              <a:gd name="connsiteX27" fmla="*/ 235200 w 352800"/>
              <a:gd name="connsiteY27" fmla="*/ 71400 h 429240"/>
              <a:gd name="connsiteX28" fmla="*/ 281400 w 352800"/>
              <a:gd name="connsiteY28" fmla="*/ 25200 h 429240"/>
              <a:gd name="connsiteX29" fmla="*/ 327600 w 352800"/>
              <a:gd name="connsiteY29" fmla="*/ 71400 h 429240"/>
              <a:gd name="connsiteX30" fmla="*/ 281400 w 352800"/>
              <a:gd name="connsiteY30" fmla="*/ 117600 h 42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2800" h="429240">
                <a:moveTo>
                  <a:pt x="281400" y="0"/>
                </a:moveTo>
                <a:cubicBezTo>
                  <a:pt x="242029" y="0"/>
                  <a:pt x="210000" y="32029"/>
                  <a:pt x="210000" y="71400"/>
                </a:cubicBezTo>
                <a:lnTo>
                  <a:pt x="210000" y="117999"/>
                </a:lnTo>
                <a:lnTo>
                  <a:pt x="142800" y="117999"/>
                </a:lnTo>
                <a:lnTo>
                  <a:pt x="142800" y="71400"/>
                </a:lnTo>
                <a:cubicBezTo>
                  <a:pt x="142800" y="32029"/>
                  <a:pt x="110771" y="0"/>
                  <a:pt x="71400" y="0"/>
                </a:cubicBezTo>
                <a:cubicBezTo>
                  <a:pt x="32029" y="0"/>
                  <a:pt x="0" y="32029"/>
                  <a:pt x="0" y="71400"/>
                </a:cubicBezTo>
                <a:cubicBezTo>
                  <a:pt x="0" y="110771"/>
                  <a:pt x="32029" y="142800"/>
                  <a:pt x="71400" y="142800"/>
                </a:cubicBezTo>
                <a:lnTo>
                  <a:pt x="117600" y="142800"/>
                </a:lnTo>
                <a:lnTo>
                  <a:pt x="117600" y="429240"/>
                </a:lnTo>
                <a:lnTo>
                  <a:pt x="142800" y="429240"/>
                </a:lnTo>
                <a:lnTo>
                  <a:pt x="142800" y="143199"/>
                </a:lnTo>
                <a:lnTo>
                  <a:pt x="210000" y="143199"/>
                </a:lnTo>
                <a:lnTo>
                  <a:pt x="210000" y="429240"/>
                </a:lnTo>
                <a:lnTo>
                  <a:pt x="235200" y="429240"/>
                </a:lnTo>
                <a:lnTo>
                  <a:pt x="235200" y="142800"/>
                </a:lnTo>
                <a:lnTo>
                  <a:pt x="281400" y="142800"/>
                </a:lnTo>
                <a:cubicBezTo>
                  <a:pt x="320771" y="142800"/>
                  <a:pt x="352800" y="110771"/>
                  <a:pt x="352800" y="71400"/>
                </a:cubicBezTo>
                <a:cubicBezTo>
                  <a:pt x="352800" y="32029"/>
                  <a:pt x="320771" y="0"/>
                  <a:pt x="281400" y="0"/>
                </a:cubicBezTo>
                <a:close/>
                <a:moveTo>
                  <a:pt x="25200" y="71400"/>
                </a:moveTo>
                <a:cubicBezTo>
                  <a:pt x="25200" y="45927"/>
                  <a:pt x="45927" y="25200"/>
                  <a:pt x="71400" y="25200"/>
                </a:cubicBezTo>
                <a:cubicBezTo>
                  <a:pt x="96873" y="25200"/>
                  <a:pt x="117600" y="45927"/>
                  <a:pt x="117600" y="71400"/>
                </a:cubicBezTo>
                <a:lnTo>
                  <a:pt x="117600" y="117600"/>
                </a:lnTo>
                <a:lnTo>
                  <a:pt x="71400" y="117600"/>
                </a:lnTo>
                <a:cubicBezTo>
                  <a:pt x="45927" y="117600"/>
                  <a:pt x="25200" y="96873"/>
                  <a:pt x="25200" y="71400"/>
                </a:cubicBezTo>
                <a:close/>
                <a:moveTo>
                  <a:pt x="281400" y="117600"/>
                </a:moveTo>
                <a:lnTo>
                  <a:pt x="235200" y="117600"/>
                </a:lnTo>
                <a:lnTo>
                  <a:pt x="235200" y="71400"/>
                </a:lnTo>
                <a:cubicBezTo>
                  <a:pt x="235200" y="45927"/>
                  <a:pt x="255927" y="25200"/>
                  <a:pt x="281400" y="25200"/>
                </a:cubicBezTo>
                <a:cubicBezTo>
                  <a:pt x="306873" y="25200"/>
                  <a:pt x="327600" y="45927"/>
                  <a:pt x="327600" y="71400"/>
                </a:cubicBezTo>
                <a:cubicBezTo>
                  <a:pt x="327600" y="96873"/>
                  <a:pt x="306873" y="117600"/>
                  <a:pt x="281400" y="117600"/>
                </a:cubicBezTo>
                <a:close/>
              </a:path>
            </a:pathLst>
          </a:custGeom>
          <a:solidFill>
            <a:srgbClr val="FFFFFF"/>
          </a:solidFill>
          <a:ln w="418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66" name="Graphic 22" descr="A lightbulb">
            <a:extLst>
              <a:ext uri="{FF2B5EF4-FFF2-40B4-BE49-F238E27FC236}">
                <a16:creationId xmlns:a16="http://schemas.microsoft.com/office/drawing/2014/main" id="{B5C7E814-2D48-6E30-F571-95820812C0F2}"/>
              </a:ext>
            </a:extLst>
          </p:cNvPr>
          <p:cNvGrpSpPr/>
          <p:nvPr/>
        </p:nvGrpSpPr>
        <p:grpSpPr>
          <a:xfrm>
            <a:off x="5471817" y="4551601"/>
            <a:ext cx="1293600" cy="1109077"/>
            <a:chOff x="5471817" y="4851321"/>
            <a:chExt cx="1293600" cy="1109077"/>
          </a:xfrm>
          <a:solidFill>
            <a:srgbClr val="D9D9D9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1B3A049-8FF0-09CB-EC58-6D7C77762453}"/>
                </a:ext>
              </a:extLst>
            </p:cNvPr>
            <p:cNvSpPr/>
            <p:nvPr/>
          </p:nvSpPr>
          <p:spPr>
            <a:xfrm>
              <a:off x="6101817" y="4851321"/>
              <a:ext cx="33600" cy="109200"/>
            </a:xfrm>
            <a:custGeom>
              <a:avLst/>
              <a:gdLst>
                <a:gd name="connsiteX0" fmla="*/ 16800 w 33600"/>
                <a:gd name="connsiteY0" fmla="*/ 109200 h 109200"/>
                <a:gd name="connsiteX1" fmla="*/ 0 w 33600"/>
                <a:gd name="connsiteY1" fmla="*/ 92400 h 109200"/>
                <a:gd name="connsiteX2" fmla="*/ 0 w 33600"/>
                <a:gd name="connsiteY2" fmla="*/ 16800 h 109200"/>
                <a:gd name="connsiteX3" fmla="*/ 16800 w 33600"/>
                <a:gd name="connsiteY3" fmla="*/ 0 h 109200"/>
                <a:gd name="connsiteX4" fmla="*/ 33600 w 33600"/>
                <a:gd name="connsiteY4" fmla="*/ 16800 h 109200"/>
                <a:gd name="connsiteX5" fmla="*/ 33600 w 33600"/>
                <a:gd name="connsiteY5" fmla="*/ 92400 h 109200"/>
                <a:gd name="connsiteX6" fmla="*/ 16800 w 33600"/>
                <a:gd name="connsiteY6" fmla="*/ 109200 h 10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0" h="109200">
                  <a:moveTo>
                    <a:pt x="16800" y="109200"/>
                  </a:moveTo>
                  <a:cubicBezTo>
                    <a:pt x="7522" y="109200"/>
                    <a:pt x="0" y="101678"/>
                    <a:pt x="0" y="92400"/>
                  </a:cubicBezTo>
                  <a:lnTo>
                    <a:pt x="0" y="16800"/>
                  </a:lnTo>
                  <a:cubicBezTo>
                    <a:pt x="0" y="7522"/>
                    <a:pt x="7522" y="0"/>
                    <a:pt x="16800" y="0"/>
                  </a:cubicBezTo>
                  <a:cubicBezTo>
                    <a:pt x="26078" y="0"/>
                    <a:pt x="33600" y="7522"/>
                    <a:pt x="33600" y="16800"/>
                  </a:cubicBezTo>
                  <a:lnTo>
                    <a:pt x="33600" y="92400"/>
                  </a:lnTo>
                  <a:cubicBezTo>
                    <a:pt x="33600" y="101678"/>
                    <a:pt x="26078" y="109200"/>
                    <a:pt x="16800" y="109200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996A0DC-A5CE-025F-C989-07EF26D2140E}"/>
                </a:ext>
              </a:extLst>
            </p:cNvPr>
            <p:cNvSpPr/>
            <p:nvPr/>
          </p:nvSpPr>
          <p:spPr>
            <a:xfrm>
              <a:off x="5656334" y="5035845"/>
              <a:ext cx="87063" cy="87055"/>
            </a:xfrm>
            <a:custGeom>
              <a:avLst/>
              <a:gdLst>
                <a:gd name="connsiteX0" fmla="*/ 70263 w 87063"/>
                <a:gd name="connsiteY0" fmla="*/ 87055 h 87055"/>
                <a:gd name="connsiteX1" fmla="*/ 58385 w 87063"/>
                <a:gd name="connsiteY1" fmla="*/ 82137 h 87055"/>
                <a:gd name="connsiteX2" fmla="*/ 4923 w 87063"/>
                <a:gd name="connsiteY2" fmla="*/ 28680 h 87055"/>
                <a:gd name="connsiteX3" fmla="*/ 4923 w 87063"/>
                <a:gd name="connsiteY3" fmla="*/ 4920 h 87055"/>
                <a:gd name="connsiteX4" fmla="*/ 28679 w 87063"/>
                <a:gd name="connsiteY4" fmla="*/ 4920 h 87055"/>
                <a:gd name="connsiteX5" fmla="*/ 82140 w 87063"/>
                <a:gd name="connsiteY5" fmla="*/ 58378 h 87055"/>
                <a:gd name="connsiteX6" fmla="*/ 82140 w 87063"/>
                <a:gd name="connsiteY6" fmla="*/ 82137 h 87055"/>
                <a:gd name="connsiteX7" fmla="*/ 70263 w 87063"/>
                <a:gd name="connsiteY7" fmla="*/ 87055 h 8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063" h="87055">
                  <a:moveTo>
                    <a:pt x="70263" y="87055"/>
                  </a:moveTo>
                  <a:cubicBezTo>
                    <a:pt x="65966" y="87055"/>
                    <a:pt x="61665" y="85413"/>
                    <a:pt x="58385" y="82137"/>
                  </a:cubicBezTo>
                  <a:lnTo>
                    <a:pt x="4923" y="28680"/>
                  </a:lnTo>
                  <a:cubicBezTo>
                    <a:pt x="-1641" y="22119"/>
                    <a:pt x="-1641" y="11481"/>
                    <a:pt x="4923" y="4920"/>
                  </a:cubicBezTo>
                  <a:cubicBezTo>
                    <a:pt x="11480" y="-1640"/>
                    <a:pt x="22118" y="-1640"/>
                    <a:pt x="28679" y="4920"/>
                  </a:cubicBezTo>
                  <a:lnTo>
                    <a:pt x="82140" y="58378"/>
                  </a:lnTo>
                  <a:cubicBezTo>
                    <a:pt x="88705" y="64938"/>
                    <a:pt x="88705" y="75577"/>
                    <a:pt x="82140" y="82137"/>
                  </a:cubicBezTo>
                  <a:cubicBezTo>
                    <a:pt x="78864" y="85413"/>
                    <a:pt x="74564" y="87055"/>
                    <a:pt x="70263" y="87055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BD69203-F807-AD62-F9D4-1AC80174FE1E}"/>
                </a:ext>
              </a:extLst>
            </p:cNvPr>
            <p:cNvSpPr/>
            <p:nvPr/>
          </p:nvSpPr>
          <p:spPr>
            <a:xfrm>
              <a:off x="5471817" y="5481321"/>
              <a:ext cx="109200" cy="33600"/>
            </a:xfrm>
            <a:custGeom>
              <a:avLst/>
              <a:gdLst>
                <a:gd name="connsiteX0" fmla="*/ 92400 w 109200"/>
                <a:gd name="connsiteY0" fmla="*/ 33600 h 33600"/>
                <a:gd name="connsiteX1" fmla="*/ 16800 w 109200"/>
                <a:gd name="connsiteY1" fmla="*/ 33600 h 33600"/>
                <a:gd name="connsiteX2" fmla="*/ 0 w 109200"/>
                <a:gd name="connsiteY2" fmla="*/ 16800 h 33600"/>
                <a:gd name="connsiteX3" fmla="*/ 16800 w 109200"/>
                <a:gd name="connsiteY3" fmla="*/ 0 h 33600"/>
                <a:gd name="connsiteX4" fmla="*/ 92400 w 109200"/>
                <a:gd name="connsiteY4" fmla="*/ 0 h 33600"/>
                <a:gd name="connsiteX5" fmla="*/ 109200 w 109200"/>
                <a:gd name="connsiteY5" fmla="*/ 16800 h 33600"/>
                <a:gd name="connsiteX6" fmla="*/ 92400 w 109200"/>
                <a:gd name="connsiteY6" fmla="*/ 33600 h 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200" h="33600">
                  <a:moveTo>
                    <a:pt x="92400" y="33600"/>
                  </a:moveTo>
                  <a:lnTo>
                    <a:pt x="16800" y="33600"/>
                  </a:lnTo>
                  <a:cubicBezTo>
                    <a:pt x="7522" y="33600"/>
                    <a:pt x="0" y="26078"/>
                    <a:pt x="0" y="16800"/>
                  </a:cubicBezTo>
                  <a:cubicBezTo>
                    <a:pt x="0" y="7522"/>
                    <a:pt x="7522" y="0"/>
                    <a:pt x="16800" y="0"/>
                  </a:cubicBezTo>
                  <a:lnTo>
                    <a:pt x="92400" y="0"/>
                  </a:lnTo>
                  <a:cubicBezTo>
                    <a:pt x="101678" y="0"/>
                    <a:pt x="109200" y="7522"/>
                    <a:pt x="109200" y="16800"/>
                  </a:cubicBezTo>
                  <a:cubicBezTo>
                    <a:pt x="109200" y="26078"/>
                    <a:pt x="101678" y="33600"/>
                    <a:pt x="92400" y="33600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93807E9-660E-65B1-99B8-C5937CD27FAC}"/>
                </a:ext>
              </a:extLst>
            </p:cNvPr>
            <p:cNvSpPr/>
            <p:nvPr/>
          </p:nvSpPr>
          <p:spPr>
            <a:xfrm>
              <a:off x="5656338" y="5873342"/>
              <a:ext cx="87063" cy="87055"/>
            </a:xfrm>
            <a:custGeom>
              <a:avLst/>
              <a:gdLst>
                <a:gd name="connsiteX0" fmla="*/ 16801 w 87063"/>
                <a:gd name="connsiteY0" fmla="*/ 87056 h 87055"/>
                <a:gd name="connsiteX1" fmla="*/ 4923 w 87063"/>
                <a:gd name="connsiteY1" fmla="*/ 82137 h 87055"/>
                <a:gd name="connsiteX2" fmla="*/ 4923 w 87063"/>
                <a:gd name="connsiteY2" fmla="*/ 58378 h 87055"/>
                <a:gd name="connsiteX3" fmla="*/ 58385 w 87063"/>
                <a:gd name="connsiteY3" fmla="*/ 4920 h 87055"/>
                <a:gd name="connsiteX4" fmla="*/ 82140 w 87063"/>
                <a:gd name="connsiteY4" fmla="*/ 4920 h 87055"/>
                <a:gd name="connsiteX5" fmla="*/ 82140 w 87063"/>
                <a:gd name="connsiteY5" fmla="*/ 28680 h 87055"/>
                <a:gd name="connsiteX6" fmla="*/ 28679 w 87063"/>
                <a:gd name="connsiteY6" fmla="*/ 82137 h 87055"/>
                <a:gd name="connsiteX7" fmla="*/ 16801 w 87063"/>
                <a:gd name="connsiteY7" fmla="*/ 87056 h 8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063" h="87055">
                  <a:moveTo>
                    <a:pt x="16801" y="87056"/>
                  </a:moveTo>
                  <a:cubicBezTo>
                    <a:pt x="12504" y="87056"/>
                    <a:pt x="8204" y="85413"/>
                    <a:pt x="4923" y="82137"/>
                  </a:cubicBezTo>
                  <a:cubicBezTo>
                    <a:pt x="-1641" y="75573"/>
                    <a:pt x="-1641" y="64938"/>
                    <a:pt x="4923" y="58378"/>
                  </a:cubicBezTo>
                  <a:lnTo>
                    <a:pt x="58385" y="4920"/>
                  </a:lnTo>
                  <a:cubicBezTo>
                    <a:pt x="64941" y="-1640"/>
                    <a:pt x="75580" y="-1640"/>
                    <a:pt x="82140" y="4920"/>
                  </a:cubicBezTo>
                  <a:cubicBezTo>
                    <a:pt x="88705" y="11485"/>
                    <a:pt x="88705" y="22119"/>
                    <a:pt x="82140" y="28680"/>
                  </a:cubicBezTo>
                  <a:lnTo>
                    <a:pt x="28679" y="82137"/>
                  </a:lnTo>
                  <a:cubicBezTo>
                    <a:pt x="25398" y="85413"/>
                    <a:pt x="21098" y="87056"/>
                    <a:pt x="16801" y="87056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392399D-A2EE-3FF9-5D28-455D4631A2FC}"/>
                </a:ext>
              </a:extLst>
            </p:cNvPr>
            <p:cNvSpPr/>
            <p:nvPr/>
          </p:nvSpPr>
          <p:spPr>
            <a:xfrm>
              <a:off x="6493831" y="5873342"/>
              <a:ext cx="87063" cy="87055"/>
            </a:xfrm>
            <a:custGeom>
              <a:avLst/>
              <a:gdLst>
                <a:gd name="connsiteX0" fmla="*/ 70263 w 87063"/>
                <a:gd name="connsiteY0" fmla="*/ 87056 h 87055"/>
                <a:gd name="connsiteX1" fmla="*/ 58385 w 87063"/>
                <a:gd name="connsiteY1" fmla="*/ 82137 h 87055"/>
                <a:gd name="connsiteX2" fmla="*/ 4923 w 87063"/>
                <a:gd name="connsiteY2" fmla="*/ 28680 h 87055"/>
                <a:gd name="connsiteX3" fmla="*/ 4923 w 87063"/>
                <a:gd name="connsiteY3" fmla="*/ 4920 h 87055"/>
                <a:gd name="connsiteX4" fmla="*/ 28679 w 87063"/>
                <a:gd name="connsiteY4" fmla="*/ 4920 h 87055"/>
                <a:gd name="connsiteX5" fmla="*/ 82140 w 87063"/>
                <a:gd name="connsiteY5" fmla="*/ 58378 h 87055"/>
                <a:gd name="connsiteX6" fmla="*/ 82140 w 87063"/>
                <a:gd name="connsiteY6" fmla="*/ 82137 h 87055"/>
                <a:gd name="connsiteX7" fmla="*/ 70263 w 87063"/>
                <a:gd name="connsiteY7" fmla="*/ 87056 h 8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063" h="87055">
                  <a:moveTo>
                    <a:pt x="70263" y="87056"/>
                  </a:moveTo>
                  <a:cubicBezTo>
                    <a:pt x="65966" y="87056"/>
                    <a:pt x="61665" y="85413"/>
                    <a:pt x="58385" y="82137"/>
                  </a:cubicBezTo>
                  <a:lnTo>
                    <a:pt x="4923" y="28680"/>
                  </a:lnTo>
                  <a:cubicBezTo>
                    <a:pt x="-1641" y="22119"/>
                    <a:pt x="-1641" y="11481"/>
                    <a:pt x="4923" y="4920"/>
                  </a:cubicBezTo>
                  <a:cubicBezTo>
                    <a:pt x="11480" y="-1640"/>
                    <a:pt x="22118" y="-1640"/>
                    <a:pt x="28679" y="4920"/>
                  </a:cubicBezTo>
                  <a:lnTo>
                    <a:pt x="82140" y="58378"/>
                  </a:lnTo>
                  <a:cubicBezTo>
                    <a:pt x="88705" y="64938"/>
                    <a:pt x="88705" y="75577"/>
                    <a:pt x="82140" y="82137"/>
                  </a:cubicBezTo>
                  <a:cubicBezTo>
                    <a:pt x="78864" y="85413"/>
                    <a:pt x="74564" y="87056"/>
                    <a:pt x="70263" y="87056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7EB09A5-A634-A996-2FFE-542F117B287E}"/>
                </a:ext>
              </a:extLst>
            </p:cNvPr>
            <p:cNvSpPr/>
            <p:nvPr/>
          </p:nvSpPr>
          <p:spPr>
            <a:xfrm>
              <a:off x="6656217" y="5481321"/>
              <a:ext cx="109200" cy="33600"/>
            </a:xfrm>
            <a:custGeom>
              <a:avLst/>
              <a:gdLst>
                <a:gd name="connsiteX0" fmla="*/ 92400 w 109200"/>
                <a:gd name="connsiteY0" fmla="*/ 33600 h 33600"/>
                <a:gd name="connsiteX1" fmla="*/ 16800 w 109200"/>
                <a:gd name="connsiteY1" fmla="*/ 33600 h 33600"/>
                <a:gd name="connsiteX2" fmla="*/ 0 w 109200"/>
                <a:gd name="connsiteY2" fmla="*/ 16800 h 33600"/>
                <a:gd name="connsiteX3" fmla="*/ 16800 w 109200"/>
                <a:gd name="connsiteY3" fmla="*/ 0 h 33600"/>
                <a:gd name="connsiteX4" fmla="*/ 92400 w 109200"/>
                <a:gd name="connsiteY4" fmla="*/ 0 h 33600"/>
                <a:gd name="connsiteX5" fmla="*/ 109200 w 109200"/>
                <a:gd name="connsiteY5" fmla="*/ 16800 h 33600"/>
                <a:gd name="connsiteX6" fmla="*/ 92400 w 109200"/>
                <a:gd name="connsiteY6" fmla="*/ 33600 h 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200" h="33600">
                  <a:moveTo>
                    <a:pt x="92400" y="33600"/>
                  </a:moveTo>
                  <a:lnTo>
                    <a:pt x="16800" y="33600"/>
                  </a:lnTo>
                  <a:cubicBezTo>
                    <a:pt x="7522" y="33600"/>
                    <a:pt x="0" y="26078"/>
                    <a:pt x="0" y="16800"/>
                  </a:cubicBezTo>
                  <a:cubicBezTo>
                    <a:pt x="0" y="7522"/>
                    <a:pt x="7522" y="0"/>
                    <a:pt x="16800" y="0"/>
                  </a:cubicBezTo>
                  <a:lnTo>
                    <a:pt x="92400" y="0"/>
                  </a:lnTo>
                  <a:cubicBezTo>
                    <a:pt x="101678" y="0"/>
                    <a:pt x="109200" y="7522"/>
                    <a:pt x="109200" y="16800"/>
                  </a:cubicBezTo>
                  <a:cubicBezTo>
                    <a:pt x="109200" y="26078"/>
                    <a:pt x="101678" y="33600"/>
                    <a:pt x="92400" y="33600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F4E3478-D42D-7860-4351-4CB062BB7EA2}"/>
                </a:ext>
              </a:extLst>
            </p:cNvPr>
            <p:cNvSpPr/>
            <p:nvPr/>
          </p:nvSpPr>
          <p:spPr>
            <a:xfrm>
              <a:off x="6493835" y="5035845"/>
              <a:ext cx="87063" cy="87055"/>
            </a:xfrm>
            <a:custGeom>
              <a:avLst/>
              <a:gdLst>
                <a:gd name="connsiteX0" fmla="*/ 16801 w 87063"/>
                <a:gd name="connsiteY0" fmla="*/ 87055 h 87055"/>
                <a:gd name="connsiteX1" fmla="*/ 4924 w 87063"/>
                <a:gd name="connsiteY1" fmla="*/ 82137 h 87055"/>
                <a:gd name="connsiteX2" fmla="*/ 4924 w 87063"/>
                <a:gd name="connsiteY2" fmla="*/ 58378 h 87055"/>
                <a:gd name="connsiteX3" fmla="*/ 58385 w 87063"/>
                <a:gd name="connsiteY3" fmla="*/ 4920 h 87055"/>
                <a:gd name="connsiteX4" fmla="*/ 82140 w 87063"/>
                <a:gd name="connsiteY4" fmla="*/ 4920 h 87055"/>
                <a:gd name="connsiteX5" fmla="*/ 82140 w 87063"/>
                <a:gd name="connsiteY5" fmla="*/ 28680 h 87055"/>
                <a:gd name="connsiteX6" fmla="*/ 28679 w 87063"/>
                <a:gd name="connsiteY6" fmla="*/ 82137 h 87055"/>
                <a:gd name="connsiteX7" fmla="*/ 16801 w 87063"/>
                <a:gd name="connsiteY7" fmla="*/ 87055 h 8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063" h="87055">
                  <a:moveTo>
                    <a:pt x="16801" y="87055"/>
                  </a:moveTo>
                  <a:cubicBezTo>
                    <a:pt x="12504" y="87055"/>
                    <a:pt x="8204" y="85413"/>
                    <a:pt x="4924" y="82137"/>
                  </a:cubicBezTo>
                  <a:cubicBezTo>
                    <a:pt x="-1641" y="75573"/>
                    <a:pt x="-1641" y="64938"/>
                    <a:pt x="4924" y="58378"/>
                  </a:cubicBezTo>
                  <a:lnTo>
                    <a:pt x="58385" y="4920"/>
                  </a:lnTo>
                  <a:cubicBezTo>
                    <a:pt x="64941" y="-1640"/>
                    <a:pt x="75580" y="-1640"/>
                    <a:pt x="82140" y="4920"/>
                  </a:cubicBezTo>
                  <a:cubicBezTo>
                    <a:pt x="88705" y="11485"/>
                    <a:pt x="88705" y="22119"/>
                    <a:pt x="82140" y="28680"/>
                  </a:cubicBezTo>
                  <a:lnTo>
                    <a:pt x="28679" y="82137"/>
                  </a:lnTo>
                  <a:cubicBezTo>
                    <a:pt x="25403" y="85413"/>
                    <a:pt x="21098" y="87055"/>
                    <a:pt x="16801" y="87055"/>
                  </a:cubicBezTo>
                  <a:close/>
                </a:path>
              </a:pathLst>
            </a:custGeom>
            <a:grpFill/>
            <a:ln w="41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4" name="Graphic 23" descr="Blueprint outline">
            <a:extLst>
              <a:ext uri="{FF2B5EF4-FFF2-40B4-BE49-F238E27FC236}">
                <a16:creationId xmlns:a16="http://schemas.microsoft.com/office/drawing/2014/main" id="{61B0D9DE-7E11-CEAE-809A-907CE8E0D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9209" y="4487035"/>
            <a:ext cx="756000" cy="756000"/>
          </a:xfrm>
          <a:prstGeom prst="rect">
            <a:avLst/>
          </a:prstGeom>
        </p:spPr>
      </p:pic>
      <p:sp>
        <p:nvSpPr>
          <p:cNvPr id="34" name="Forma libre 56">
            <a:extLst>
              <a:ext uri="{FF2B5EF4-FFF2-40B4-BE49-F238E27FC236}">
                <a16:creationId xmlns:a16="http://schemas.microsoft.com/office/drawing/2014/main" id="{F7A9E20C-9CC1-45C6-7195-C24F089D3227}"/>
              </a:ext>
            </a:extLst>
          </p:cNvPr>
          <p:cNvSpPr/>
          <p:nvPr/>
        </p:nvSpPr>
        <p:spPr>
          <a:xfrm>
            <a:off x="7208693" y="2358995"/>
            <a:ext cx="1058448" cy="1010742"/>
          </a:xfrm>
          <a:custGeom>
            <a:avLst/>
            <a:gdLst>
              <a:gd name="connsiteX0" fmla="*/ 1529207 w 1530350"/>
              <a:gd name="connsiteY0" fmla="*/ 766191 h 1530350"/>
              <a:gd name="connsiteX1" fmla="*/ 766191 w 1530350"/>
              <a:gd name="connsiteY1" fmla="*/ 1529207 h 1530350"/>
              <a:gd name="connsiteX2" fmla="*/ 3175 w 1530350"/>
              <a:gd name="connsiteY2" fmla="*/ 766191 h 1530350"/>
              <a:gd name="connsiteX3" fmla="*/ 766191 w 1530350"/>
              <a:gd name="connsiteY3" fmla="*/ 3175 h 1530350"/>
              <a:gd name="connsiteX4" fmla="*/ 1529207 w 1530350"/>
              <a:gd name="connsiteY4" fmla="*/ 766191 h 153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0350" h="1530350">
                <a:moveTo>
                  <a:pt x="1529207" y="766191"/>
                </a:moveTo>
                <a:cubicBezTo>
                  <a:pt x="1529207" y="1187593"/>
                  <a:pt x="1187593" y="1529207"/>
                  <a:pt x="766191" y="1529207"/>
                </a:cubicBezTo>
                <a:cubicBezTo>
                  <a:pt x="344789" y="1529207"/>
                  <a:pt x="3175" y="1187593"/>
                  <a:pt x="3175" y="766191"/>
                </a:cubicBezTo>
                <a:cubicBezTo>
                  <a:pt x="3175" y="344789"/>
                  <a:pt x="344789" y="3175"/>
                  <a:pt x="766191" y="3175"/>
                </a:cubicBezTo>
                <a:cubicBezTo>
                  <a:pt x="1187593" y="3175"/>
                  <a:pt x="1529207" y="344789"/>
                  <a:pt x="1529207" y="76619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574D93C-2209-CDB3-CDA1-E02ABF3F765D}"/>
              </a:ext>
            </a:extLst>
          </p:cNvPr>
          <p:cNvGrpSpPr/>
          <p:nvPr/>
        </p:nvGrpSpPr>
        <p:grpSpPr>
          <a:xfrm>
            <a:off x="7353800" y="2544222"/>
            <a:ext cx="756595" cy="635000"/>
            <a:chOff x="7516810" y="3018026"/>
            <a:chExt cx="756595" cy="635000"/>
          </a:xfrm>
          <a:solidFill>
            <a:srgbClr val="FFFFFF"/>
          </a:solidFill>
        </p:grpSpPr>
        <p:sp>
          <p:nvSpPr>
            <p:cNvPr id="36" name="Freeform 322">
              <a:extLst>
                <a:ext uri="{FF2B5EF4-FFF2-40B4-BE49-F238E27FC236}">
                  <a16:creationId xmlns:a16="http://schemas.microsoft.com/office/drawing/2014/main" id="{241C3B85-4882-E7F1-4E82-E6BB10039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2849" y="3018026"/>
              <a:ext cx="550556" cy="635000"/>
            </a:xfrm>
            <a:custGeom>
              <a:avLst/>
              <a:gdLst>
                <a:gd name="T0" fmla="*/ 57 w 378"/>
                <a:gd name="T1" fmla="*/ 436 h 436"/>
                <a:gd name="T2" fmla="*/ 41 w 378"/>
                <a:gd name="T3" fmla="*/ 432 h 436"/>
                <a:gd name="T4" fmla="*/ 52 w 378"/>
                <a:gd name="T5" fmla="*/ 391 h 436"/>
                <a:gd name="T6" fmla="*/ 65 w 378"/>
                <a:gd name="T7" fmla="*/ 314 h 436"/>
                <a:gd name="T8" fmla="*/ 61 w 378"/>
                <a:gd name="T9" fmla="*/ 310 h 436"/>
                <a:gd name="T10" fmla="*/ 15 w 378"/>
                <a:gd name="T11" fmla="*/ 239 h 436"/>
                <a:gd name="T12" fmla="*/ 6 w 378"/>
                <a:gd name="T13" fmla="*/ 143 h 436"/>
                <a:gd name="T14" fmla="*/ 170 w 378"/>
                <a:gd name="T15" fmla="*/ 0 h 436"/>
                <a:gd name="T16" fmla="*/ 307 w 378"/>
                <a:gd name="T17" fmla="*/ 72 h 436"/>
                <a:gd name="T18" fmla="*/ 330 w 378"/>
                <a:gd name="T19" fmla="*/ 162 h 436"/>
                <a:gd name="T20" fmla="*/ 368 w 378"/>
                <a:gd name="T21" fmla="*/ 233 h 436"/>
                <a:gd name="T22" fmla="*/ 373 w 378"/>
                <a:gd name="T23" fmla="*/ 262 h 436"/>
                <a:gd name="T24" fmla="*/ 356 w 378"/>
                <a:gd name="T25" fmla="*/ 276 h 436"/>
                <a:gd name="T26" fmla="*/ 336 w 378"/>
                <a:gd name="T27" fmla="*/ 282 h 436"/>
                <a:gd name="T28" fmla="*/ 316 w 378"/>
                <a:gd name="T29" fmla="*/ 308 h 436"/>
                <a:gd name="T30" fmla="*/ 309 w 378"/>
                <a:gd name="T31" fmla="*/ 351 h 436"/>
                <a:gd name="T32" fmla="*/ 309 w 378"/>
                <a:gd name="T33" fmla="*/ 357 h 436"/>
                <a:gd name="T34" fmla="*/ 282 w 378"/>
                <a:gd name="T35" fmla="*/ 384 h 436"/>
                <a:gd name="T36" fmla="*/ 226 w 378"/>
                <a:gd name="T37" fmla="*/ 384 h 436"/>
                <a:gd name="T38" fmla="*/ 213 w 378"/>
                <a:gd name="T39" fmla="*/ 436 h 436"/>
                <a:gd name="T40" fmla="*/ 197 w 378"/>
                <a:gd name="T41" fmla="*/ 432 h 436"/>
                <a:gd name="T42" fmla="*/ 213 w 378"/>
                <a:gd name="T43" fmla="*/ 367 h 436"/>
                <a:gd name="T44" fmla="*/ 282 w 378"/>
                <a:gd name="T45" fmla="*/ 367 h 436"/>
                <a:gd name="T46" fmla="*/ 292 w 378"/>
                <a:gd name="T47" fmla="*/ 357 h 436"/>
                <a:gd name="T48" fmla="*/ 292 w 378"/>
                <a:gd name="T49" fmla="*/ 349 h 436"/>
                <a:gd name="T50" fmla="*/ 300 w 378"/>
                <a:gd name="T51" fmla="*/ 305 h 436"/>
                <a:gd name="T52" fmla="*/ 332 w 378"/>
                <a:gd name="T53" fmla="*/ 265 h 436"/>
                <a:gd name="T54" fmla="*/ 352 w 378"/>
                <a:gd name="T55" fmla="*/ 260 h 436"/>
                <a:gd name="T56" fmla="*/ 358 w 378"/>
                <a:gd name="T57" fmla="*/ 255 h 436"/>
                <a:gd name="T58" fmla="*/ 356 w 378"/>
                <a:gd name="T59" fmla="*/ 245 h 436"/>
                <a:gd name="T60" fmla="*/ 314 w 378"/>
                <a:gd name="T61" fmla="*/ 160 h 436"/>
                <a:gd name="T62" fmla="*/ 293 w 378"/>
                <a:gd name="T63" fmla="*/ 81 h 436"/>
                <a:gd name="T64" fmla="*/ 170 w 378"/>
                <a:gd name="T65" fmla="*/ 16 h 436"/>
                <a:gd name="T66" fmla="*/ 23 w 378"/>
                <a:gd name="T67" fmla="*/ 145 h 436"/>
                <a:gd name="T68" fmla="*/ 30 w 378"/>
                <a:gd name="T69" fmla="*/ 232 h 436"/>
                <a:gd name="T70" fmla="*/ 73 w 378"/>
                <a:gd name="T71" fmla="*/ 299 h 436"/>
                <a:gd name="T72" fmla="*/ 83 w 378"/>
                <a:gd name="T73" fmla="*/ 309 h 436"/>
                <a:gd name="T74" fmla="*/ 68 w 378"/>
                <a:gd name="T75" fmla="*/ 395 h 436"/>
                <a:gd name="T76" fmla="*/ 57 w 378"/>
                <a:gd name="T77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78" h="436">
                  <a:moveTo>
                    <a:pt x="57" y="436"/>
                  </a:moveTo>
                  <a:lnTo>
                    <a:pt x="41" y="432"/>
                  </a:lnTo>
                  <a:lnTo>
                    <a:pt x="52" y="391"/>
                  </a:lnTo>
                  <a:lnTo>
                    <a:pt x="65" y="314"/>
                  </a:lnTo>
                  <a:lnTo>
                    <a:pt x="61" y="310"/>
                  </a:lnTo>
                  <a:cubicBezTo>
                    <a:pt x="45" y="293"/>
                    <a:pt x="30" y="277"/>
                    <a:pt x="15" y="239"/>
                  </a:cubicBezTo>
                  <a:cubicBezTo>
                    <a:pt x="0" y="203"/>
                    <a:pt x="6" y="145"/>
                    <a:pt x="6" y="143"/>
                  </a:cubicBezTo>
                  <a:cubicBezTo>
                    <a:pt x="17" y="61"/>
                    <a:pt x="88" y="0"/>
                    <a:pt x="170" y="0"/>
                  </a:cubicBezTo>
                  <a:cubicBezTo>
                    <a:pt x="225" y="0"/>
                    <a:pt x="276" y="27"/>
                    <a:pt x="307" y="72"/>
                  </a:cubicBezTo>
                  <a:cubicBezTo>
                    <a:pt x="308" y="74"/>
                    <a:pt x="335" y="117"/>
                    <a:pt x="330" y="162"/>
                  </a:cubicBezTo>
                  <a:cubicBezTo>
                    <a:pt x="327" y="190"/>
                    <a:pt x="356" y="221"/>
                    <a:pt x="368" y="233"/>
                  </a:cubicBezTo>
                  <a:cubicBezTo>
                    <a:pt x="376" y="241"/>
                    <a:pt x="378" y="253"/>
                    <a:pt x="373" y="262"/>
                  </a:cubicBezTo>
                  <a:cubicBezTo>
                    <a:pt x="370" y="269"/>
                    <a:pt x="364" y="274"/>
                    <a:pt x="356" y="276"/>
                  </a:cubicBezTo>
                  <a:lnTo>
                    <a:pt x="336" y="282"/>
                  </a:lnTo>
                  <a:cubicBezTo>
                    <a:pt x="335" y="282"/>
                    <a:pt x="320" y="285"/>
                    <a:pt x="316" y="308"/>
                  </a:cubicBezTo>
                  <a:lnTo>
                    <a:pt x="309" y="351"/>
                  </a:lnTo>
                  <a:lnTo>
                    <a:pt x="309" y="357"/>
                  </a:lnTo>
                  <a:cubicBezTo>
                    <a:pt x="309" y="372"/>
                    <a:pt x="297" y="384"/>
                    <a:pt x="282" y="384"/>
                  </a:cubicBezTo>
                  <a:lnTo>
                    <a:pt x="226" y="384"/>
                  </a:lnTo>
                  <a:lnTo>
                    <a:pt x="213" y="436"/>
                  </a:lnTo>
                  <a:lnTo>
                    <a:pt x="197" y="432"/>
                  </a:lnTo>
                  <a:lnTo>
                    <a:pt x="213" y="367"/>
                  </a:lnTo>
                  <a:lnTo>
                    <a:pt x="282" y="367"/>
                  </a:lnTo>
                  <a:cubicBezTo>
                    <a:pt x="288" y="367"/>
                    <a:pt x="292" y="362"/>
                    <a:pt x="292" y="357"/>
                  </a:cubicBezTo>
                  <a:lnTo>
                    <a:pt x="292" y="349"/>
                  </a:lnTo>
                  <a:lnTo>
                    <a:pt x="300" y="305"/>
                  </a:lnTo>
                  <a:cubicBezTo>
                    <a:pt x="305" y="271"/>
                    <a:pt x="331" y="266"/>
                    <a:pt x="332" y="265"/>
                  </a:cubicBezTo>
                  <a:lnTo>
                    <a:pt x="352" y="260"/>
                  </a:lnTo>
                  <a:cubicBezTo>
                    <a:pt x="355" y="259"/>
                    <a:pt x="357" y="258"/>
                    <a:pt x="358" y="255"/>
                  </a:cubicBezTo>
                  <a:cubicBezTo>
                    <a:pt x="360" y="252"/>
                    <a:pt x="359" y="248"/>
                    <a:pt x="356" y="245"/>
                  </a:cubicBezTo>
                  <a:cubicBezTo>
                    <a:pt x="339" y="228"/>
                    <a:pt x="310" y="194"/>
                    <a:pt x="314" y="160"/>
                  </a:cubicBezTo>
                  <a:cubicBezTo>
                    <a:pt x="317" y="121"/>
                    <a:pt x="293" y="82"/>
                    <a:pt x="293" y="81"/>
                  </a:cubicBezTo>
                  <a:cubicBezTo>
                    <a:pt x="265" y="41"/>
                    <a:pt x="219" y="16"/>
                    <a:pt x="170" y="16"/>
                  </a:cubicBezTo>
                  <a:cubicBezTo>
                    <a:pt x="96" y="16"/>
                    <a:pt x="33" y="72"/>
                    <a:pt x="23" y="145"/>
                  </a:cubicBezTo>
                  <a:cubicBezTo>
                    <a:pt x="23" y="145"/>
                    <a:pt x="17" y="201"/>
                    <a:pt x="30" y="232"/>
                  </a:cubicBezTo>
                  <a:cubicBezTo>
                    <a:pt x="45" y="268"/>
                    <a:pt x="58" y="282"/>
                    <a:pt x="73" y="299"/>
                  </a:cubicBezTo>
                  <a:lnTo>
                    <a:pt x="83" y="309"/>
                  </a:lnTo>
                  <a:lnTo>
                    <a:pt x="68" y="395"/>
                  </a:lnTo>
                  <a:lnTo>
                    <a:pt x="57" y="436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Freeform 323">
              <a:extLst>
                <a:ext uri="{FF2B5EF4-FFF2-40B4-BE49-F238E27FC236}">
                  <a16:creationId xmlns:a16="http://schemas.microsoft.com/office/drawing/2014/main" id="{8255B881-4D9C-A8EE-C7D0-F787399504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2621" y="3129489"/>
              <a:ext cx="75998" cy="74309"/>
            </a:xfrm>
            <a:custGeom>
              <a:avLst/>
              <a:gdLst>
                <a:gd name="T0" fmla="*/ 26 w 52"/>
                <a:gd name="T1" fmla="*/ 16 h 51"/>
                <a:gd name="T2" fmla="*/ 17 w 52"/>
                <a:gd name="T3" fmla="*/ 25 h 51"/>
                <a:gd name="T4" fmla="*/ 26 w 52"/>
                <a:gd name="T5" fmla="*/ 35 h 51"/>
                <a:gd name="T6" fmla="*/ 35 w 52"/>
                <a:gd name="T7" fmla="*/ 25 h 51"/>
                <a:gd name="T8" fmla="*/ 26 w 52"/>
                <a:gd name="T9" fmla="*/ 16 h 51"/>
                <a:gd name="T10" fmla="*/ 26 w 52"/>
                <a:gd name="T11" fmla="*/ 51 h 51"/>
                <a:gd name="T12" fmla="*/ 0 w 52"/>
                <a:gd name="T13" fmla="*/ 25 h 51"/>
                <a:gd name="T14" fmla="*/ 26 w 52"/>
                <a:gd name="T15" fmla="*/ 0 h 51"/>
                <a:gd name="T16" fmla="*/ 52 w 52"/>
                <a:gd name="T17" fmla="*/ 25 h 51"/>
                <a:gd name="T18" fmla="*/ 26 w 52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1">
                  <a:moveTo>
                    <a:pt x="26" y="16"/>
                  </a:moveTo>
                  <a:cubicBezTo>
                    <a:pt x="21" y="16"/>
                    <a:pt x="17" y="20"/>
                    <a:pt x="17" y="25"/>
                  </a:cubicBezTo>
                  <a:cubicBezTo>
                    <a:pt x="17" y="30"/>
                    <a:pt x="21" y="35"/>
                    <a:pt x="26" y="35"/>
                  </a:cubicBezTo>
                  <a:cubicBezTo>
                    <a:pt x="31" y="35"/>
                    <a:pt x="35" y="30"/>
                    <a:pt x="35" y="25"/>
                  </a:cubicBezTo>
                  <a:cubicBezTo>
                    <a:pt x="35" y="20"/>
                    <a:pt x="31" y="16"/>
                    <a:pt x="26" y="16"/>
                  </a:cubicBezTo>
                  <a:close/>
                  <a:moveTo>
                    <a:pt x="26" y="51"/>
                  </a:moveTo>
                  <a:cubicBezTo>
                    <a:pt x="12" y="51"/>
                    <a:pt x="0" y="40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40" y="0"/>
                    <a:pt x="52" y="11"/>
                    <a:pt x="52" y="25"/>
                  </a:cubicBezTo>
                  <a:cubicBezTo>
                    <a:pt x="52" y="40"/>
                    <a:pt x="40" y="51"/>
                    <a:pt x="26" y="5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8" name="Freeform 324">
              <a:extLst>
                <a:ext uri="{FF2B5EF4-FFF2-40B4-BE49-F238E27FC236}">
                  <a16:creationId xmlns:a16="http://schemas.microsoft.com/office/drawing/2014/main" id="{1C64284F-9D0A-6EA2-EB25-AAA583B959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6810" y="3185220"/>
              <a:ext cx="75998" cy="75998"/>
            </a:xfrm>
            <a:custGeom>
              <a:avLst/>
              <a:gdLst>
                <a:gd name="T0" fmla="*/ 26 w 52"/>
                <a:gd name="T1" fmla="*/ 17 h 52"/>
                <a:gd name="T2" fmla="*/ 17 w 52"/>
                <a:gd name="T3" fmla="*/ 26 h 52"/>
                <a:gd name="T4" fmla="*/ 26 w 52"/>
                <a:gd name="T5" fmla="*/ 35 h 52"/>
                <a:gd name="T6" fmla="*/ 35 w 52"/>
                <a:gd name="T7" fmla="*/ 26 h 52"/>
                <a:gd name="T8" fmla="*/ 26 w 52"/>
                <a:gd name="T9" fmla="*/ 17 h 52"/>
                <a:gd name="T10" fmla="*/ 26 w 52"/>
                <a:gd name="T11" fmla="*/ 52 h 52"/>
                <a:gd name="T12" fmla="*/ 0 w 52"/>
                <a:gd name="T13" fmla="*/ 26 h 52"/>
                <a:gd name="T14" fmla="*/ 26 w 52"/>
                <a:gd name="T15" fmla="*/ 0 h 52"/>
                <a:gd name="T16" fmla="*/ 52 w 52"/>
                <a:gd name="T17" fmla="*/ 26 h 52"/>
                <a:gd name="T18" fmla="*/ 26 w 52"/>
                <a:gd name="T1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17"/>
                  </a:moveTo>
                  <a:cubicBezTo>
                    <a:pt x="21" y="17"/>
                    <a:pt x="17" y="21"/>
                    <a:pt x="17" y="26"/>
                  </a:cubicBezTo>
                  <a:cubicBezTo>
                    <a:pt x="17" y="31"/>
                    <a:pt x="21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21"/>
                    <a:pt x="31" y="17"/>
                    <a:pt x="26" y="17"/>
                  </a:cubicBezTo>
                  <a:close/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0"/>
                    <a:pt x="40" y="52"/>
                    <a:pt x="26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9" name="Freeform 325">
              <a:extLst>
                <a:ext uri="{FF2B5EF4-FFF2-40B4-BE49-F238E27FC236}">
                  <a16:creationId xmlns:a16="http://schemas.microsoft.com/office/drawing/2014/main" id="{AECE6B1E-8CB8-FB86-55E2-28FA477CF7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1250" y="3058559"/>
              <a:ext cx="74307" cy="75998"/>
            </a:xfrm>
            <a:custGeom>
              <a:avLst/>
              <a:gdLst>
                <a:gd name="T0" fmla="*/ 25 w 51"/>
                <a:gd name="T1" fmla="*/ 17 h 52"/>
                <a:gd name="T2" fmla="*/ 16 w 51"/>
                <a:gd name="T3" fmla="*/ 26 h 52"/>
                <a:gd name="T4" fmla="*/ 25 w 51"/>
                <a:gd name="T5" fmla="*/ 35 h 52"/>
                <a:gd name="T6" fmla="*/ 35 w 51"/>
                <a:gd name="T7" fmla="*/ 26 h 52"/>
                <a:gd name="T8" fmla="*/ 25 w 51"/>
                <a:gd name="T9" fmla="*/ 17 h 52"/>
                <a:gd name="T10" fmla="*/ 25 w 51"/>
                <a:gd name="T11" fmla="*/ 52 h 52"/>
                <a:gd name="T12" fmla="*/ 0 w 51"/>
                <a:gd name="T13" fmla="*/ 26 h 52"/>
                <a:gd name="T14" fmla="*/ 25 w 51"/>
                <a:gd name="T15" fmla="*/ 0 h 52"/>
                <a:gd name="T16" fmla="*/ 51 w 51"/>
                <a:gd name="T17" fmla="*/ 26 h 52"/>
                <a:gd name="T18" fmla="*/ 25 w 51"/>
                <a:gd name="T1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52">
                  <a:moveTo>
                    <a:pt x="25" y="17"/>
                  </a:moveTo>
                  <a:cubicBezTo>
                    <a:pt x="20" y="17"/>
                    <a:pt x="16" y="21"/>
                    <a:pt x="16" y="26"/>
                  </a:cubicBezTo>
                  <a:cubicBezTo>
                    <a:pt x="16" y="31"/>
                    <a:pt x="20" y="35"/>
                    <a:pt x="25" y="35"/>
                  </a:cubicBezTo>
                  <a:cubicBezTo>
                    <a:pt x="30" y="35"/>
                    <a:pt x="35" y="31"/>
                    <a:pt x="35" y="26"/>
                  </a:cubicBezTo>
                  <a:cubicBezTo>
                    <a:pt x="35" y="21"/>
                    <a:pt x="30" y="17"/>
                    <a:pt x="25" y="17"/>
                  </a:cubicBezTo>
                  <a:close/>
                  <a:moveTo>
                    <a:pt x="25" y="52"/>
                  </a:moveTo>
                  <a:cubicBezTo>
                    <a:pt x="11" y="52"/>
                    <a:pt x="0" y="40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0" y="0"/>
                    <a:pt x="51" y="12"/>
                    <a:pt x="51" y="26"/>
                  </a:cubicBezTo>
                  <a:cubicBezTo>
                    <a:pt x="51" y="40"/>
                    <a:pt x="40" y="52"/>
                    <a:pt x="25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0" name="Freeform 326">
              <a:extLst>
                <a:ext uri="{FF2B5EF4-FFF2-40B4-BE49-F238E27FC236}">
                  <a16:creationId xmlns:a16="http://schemas.microsoft.com/office/drawing/2014/main" id="{FC97BFDA-A864-40DA-11B4-1350279D79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9827" y="3514545"/>
              <a:ext cx="74307" cy="74309"/>
            </a:xfrm>
            <a:custGeom>
              <a:avLst/>
              <a:gdLst>
                <a:gd name="T0" fmla="*/ 26 w 51"/>
                <a:gd name="T1" fmla="*/ 16 h 51"/>
                <a:gd name="T2" fmla="*/ 17 w 51"/>
                <a:gd name="T3" fmla="*/ 25 h 51"/>
                <a:gd name="T4" fmla="*/ 26 w 51"/>
                <a:gd name="T5" fmla="*/ 35 h 51"/>
                <a:gd name="T6" fmla="*/ 35 w 51"/>
                <a:gd name="T7" fmla="*/ 25 h 51"/>
                <a:gd name="T8" fmla="*/ 26 w 51"/>
                <a:gd name="T9" fmla="*/ 16 h 51"/>
                <a:gd name="T10" fmla="*/ 26 w 51"/>
                <a:gd name="T11" fmla="*/ 51 h 51"/>
                <a:gd name="T12" fmla="*/ 0 w 51"/>
                <a:gd name="T13" fmla="*/ 25 h 51"/>
                <a:gd name="T14" fmla="*/ 26 w 51"/>
                <a:gd name="T15" fmla="*/ 0 h 51"/>
                <a:gd name="T16" fmla="*/ 51 w 51"/>
                <a:gd name="T17" fmla="*/ 25 h 51"/>
                <a:gd name="T18" fmla="*/ 26 w 51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51">
                  <a:moveTo>
                    <a:pt x="26" y="16"/>
                  </a:moveTo>
                  <a:cubicBezTo>
                    <a:pt x="21" y="16"/>
                    <a:pt x="17" y="20"/>
                    <a:pt x="17" y="25"/>
                  </a:cubicBezTo>
                  <a:cubicBezTo>
                    <a:pt x="17" y="30"/>
                    <a:pt x="21" y="35"/>
                    <a:pt x="26" y="35"/>
                  </a:cubicBezTo>
                  <a:cubicBezTo>
                    <a:pt x="31" y="35"/>
                    <a:pt x="35" y="30"/>
                    <a:pt x="35" y="25"/>
                  </a:cubicBezTo>
                  <a:cubicBezTo>
                    <a:pt x="35" y="20"/>
                    <a:pt x="31" y="16"/>
                    <a:pt x="26" y="16"/>
                  </a:cubicBezTo>
                  <a:close/>
                  <a:moveTo>
                    <a:pt x="26" y="51"/>
                  </a:moveTo>
                  <a:cubicBezTo>
                    <a:pt x="11" y="51"/>
                    <a:pt x="0" y="40"/>
                    <a:pt x="0" y="25"/>
                  </a:cubicBezTo>
                  <a:cubicBezTo>
                    <a:pt x="0" y="11"/>
                    <a:pt x="11" y="0"/>
                    <a:pt x="26" y="0"/>
                  </a:cubicBezTo>
                  <a:cubicBezTo>
                    <a:pt x="40" y="0"/>
                    <a:pt x="51" y="11"/>
                    <a:pt x="51" y="25"/>
                  </a:cubicBezTo>
                  <a:cubicBezTo>
                    <a:pt x="51" y="40"/>
                    <a:pt x="40" y="51"/>
                    <a:pt x="26" y="5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1" name="Freeform 327">
              <a:extLst>
                <a:ext uri="{FF2B5EF4-FFF2-40B4-BE49-F238E27FC236}">
                  <a16:creationId xmlns:a16="http://schemas.microsoft.com/office/drawing/2014/main" id="{54E0926E-C424-3C1F-4CF0-D4B9311078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23567" y="3387881"/>
              <a:ext cx="75998" cy="75998"/>
            </a:xfrm>
            <a:custGeom>
              <a:avLst/>
              <a:gdLst>
                <a:gd name="T0" fmla="*/ 26 w 52"/>
                <a:gd name="T1" fmla="*/ 17 h 52"/>
                <a:gd name="T2" fmla="*/ 17 w 52"/>
                <a:gd name="T3" fmla="*/ 26 h 52"/>
                <a:gd name="T4" fmla="*/ 26 w 52"/>
                <a:gd name="T5" fmla="*/ 35 h 52"/>
                <a:gd name="T6" fmla="*/ 35 w 52"/>
                <a:gd name="T7" fmla="*/ 26 h 52"/>
                <a:gd name="T8" fmla="*/ 26 w 52"/>
                <a:gd name="T9" fmla="*/ 17 h 52"/>
                <a:gd name="T10" fmla="*/ 26 w 52"/>
                <a:gd name="T11" fmla="*/ 52 h 52"/>
                <a:gd name="T12" fmla="*/ 0 w 52"/>
                <a:gd name="T13" fmla="*/ 26 h 52"/>
                <a:gd name="T14" fmla="*/ 26 w 52"/>
                <a:gd name="T15" fmla="*/ 0 h 52"/>
                <a:gd name="T16" fmla="*/ 52 w 52"/>
                <a:gd name="T17" fmla="*/ 26 h 52"/>
                <a:gd name="T18" fmla="*/ 26 w 52"/>
                <a:gd name="T1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17"/>
                  </a:moveTo>
                  <a:cubicBezTo>
                    <a:pt x="21" y="17"/>
                    <a:pt x="17" y="21"/>
                    <a:pt x="17" y="26"/>
                  </a:cubicBezTo>
                  <a:cubicBezTo>
                    <a:pt x="17" y="31"/>
                    <a:pt x="21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21"/>
                    <a:pt x="31" y="17"/>
                    <a:pt x="26" y="17"/>
                  </a:cubicBezTo>
                  <a:close/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0"/>
                    <a:pt x="40" y="52"/>
                    <a:pt x="26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Freeform 328">
              <a:extLst>
                <a:ext uri="{FF2B5EF4-FFF2-40B4-BE49-F238E27FC236}">
                  <a16:creationId xmlns:a16="http://schemas.microsoft.com/office/drawing/2014/main" id="{D83D4F90-AA3E-A8D7-977E-8FBBB200B2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240" y="3242643"/>
              <a:ext cx="72620" cy="74309"/>
            </a:xfrm>
            <a:custGeom>
              <a:avLst/>
              <a:gdLst>
                <a:gd name="T0" fmla="*/ 26 w 51"/>
                <a:gd name="T1" fmla="*/ 16 h 51"/>
                <a:gd name="T2" fmla="*/ 17 w 51"/>
                <a:gd name="T3" fmla="*/ 25 h 51"/>
                <a:gd name="T4" fmla="*/ 26 w 51"/>
                <a:gd name="T5" fmla="*/ 35 h 51"/>
                <a:gd name="T6" fmla="*/ 35 w 51"/>
                <a:gd name="T7" fmla="*/ 25 h 51"/>
                <a:gd name="T8" fmla="*/ 26 w 51"/>
                <a:gd name="T9" fmla="*/ 16 h 51"/>
                <a:gd name="T10" fmla="*/ 26 w 51"/>
                <a:gd name="T11" fmla="*/ 51 h 51"/>
                <a:gd name="T12" fmla="*/ 0 w 51"/>
                <a:gd name="T13" fmla="*/ 25 h 51"/>
                <a:gd name="T14" fmla="*/ 26 w 51"/>
                <a:gd name="T15" fmla="*/ 0 h 51"/>
                <a:gd name="T16" fmla="*/ 51 w 51"/>
                <a:gd name="T17" fmla="*/ 25 h 51"/>
                <a:gd name="T18" fmla="*/ 26 w 51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51">
                  <a:moveTo>
                    <a:pt x="26" y="16"/>
                  </a:moveTo>
                  <a:cubicBezTo>
                    <a:pt x="21" y="16"/>
                    <a:pt x="17" y="20"/>
                    <a:pt x="17" y="25"/>
                  </a:cubicBezTo>
                  <a:cubicBezTo>
                    <a:pt x="17" y="30"/>
                    <a:pt x="21" y="35"/>
                    <a:pt x="26" y="35"/>
                  </a:cubicBezTo>
                  <a:cubicBezTo>
                    <a:pt x="31" y="35"/>
                    <a:pt x="35" y="30"/>
                    <a:pt x="35" y="25"/>
                  </a:cubicBezTo>
                  <a:cubicBezTo>
                    <a:pt x="35" y="20"/>
                    <a:pt x="31" y="16"/>
                    <a:pt x="26" y="16"/>
                  </a:cubicBezTo>
                  <a:close/>
                  <a:moveTo>
                    <a:pt x="26" y="51"/>
                  </a:moveTo>
                  <a:cubicBezTo>
                    <a:pt x="11" y="51"/>
                    <a:pt x="0" y="40"/>
                    <a:pt x="0" y="25"/>
                  </a:cubicBezTo>
                  <a:cubicBezTo>
                    <a:pt x="0" y="11"/>
                    <a:pt x="11" y="0"/>
                    <a:pt x="26" y="0"/>
                  </a:cubicBezTo>
                  <a:cubicBezTo>
                    <a:pt x="40" y="0"/>
                    <a:pt x="51" y="11"/>
                    <a:pt x="51" y="25"/>
                  </a:cubicBezTo>
                  <a:cubicBezTo>
                    <a:pt x="51" y="40"/>
                    <a:pt x="40" y="51"/>
                    <a:pt x="26" y="5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3" name="Freeform 329">
              <a:extLst>
                <a:ext uri="{FF2B5EF4-FFF2-40B4-BE49-F238E27FC236}">
                  <a16:creationId xmlns:a16="http://schemas.microsoft.com/office/drawing/2014/main" id="{9BD38BEA-FF9F-12C7-14FA-AD3CFD433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15371" y="3435169"/>
              <a:ext cx="75998" cy="74309"/>
            </a:xfrm>
            <a:custGeom>
              <a:avLst/>
              <a:gdLst>
                <a:gd name="T0" fmla="*/ 26 w 52"/>
                <a:gd name="T1" fmla="*/ 17 h 52"/>
                <a:gd name="T2" fmla="*/ 17 w 52"/>
                <a:gd name="T3" fmla="*/ 26 h 52"/>
                <a:gd name="T4" fmla="*/ 26 w 52"/>
                <a:gd name="T5" fmla="*/ 35 h 52"/>
                <a:gd name="T6" fmla="*/ 35 w 52"/>
                <a:gd name="T7" fmla="*/ 26 h 52"/>
                <a:gd name="T8" fmla="*/ 26 w 52"/>
                <a:gd name="T9" fmla="*/ 17 h 52"/>
                <a:gd name="T10" fmla="*/ 26 w 52"/>
                <a:gd name="T11" fmla="*/ 52 h 52"/>
                <a:gd name="T12" fmla="*/ 0 w 52"/>
                <a:gd name="T13" fmla="*/ 26 h 52"/>
                <a:gd name="T14" fmla="*/ 26 w 52"/>
                <a:gd name="T15" fmla="*/ 0 h 52"/>
                <a:gd name="T16" fmla="*/ 52 w 52"/>
                <a:gd name="T17" fmla="*/ 26 h 52"/>
                <a:gd name="T18" fmla="*/ 26 w 52"/>
                <a:gd name="T1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17"/>
                  </a:moveTo>
                  <a:cubicBezTo>
                    <a:pt x="21" y="17"/>
                    <a:pt x="17" y="21"/>
                    <a:pt x="17" y="26"/>
                  </a:cubicBezTo>
                  <a:cubicBezTo>
                    <a:pt x="17" y="31"/>
                    <a:pt x="21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21"/>
                    <a:pt x="31" y="17"/>
                    <a:pt x="26" y="17"/>
                  </a:cubicBezTo>
                  <a:close/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0"/>
                    <a:pt x="40" y="52"/>
                    <a:pt x="26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4" name="Freeform 330">
              <a:extLst>
                <a:ext uri="{FF2B5EF4-FFF2-40B4-BE49-F238E27FC236}">
                  <a16:creationId xmlns:a16="http://schemas.microsoft.com/office/drawing/2014/main" id="{B9013EF1-E9C4-1F40-18B0-E9624C3D8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6715" y="3099090"/>
              <a:ext cx="135105" cy="72620"/>
            </a:xfrm>
            <a:custGeom>
              <a:avLst/>
              <a:gdLst>
                <a:gd name="T0" fmla="*/ 80 w 80"/>
                <a:gd name="T1" fmla="*/ 43 h 43"/>
                <a:gd name="T2" fmla="*/ 33 w 80"/>
                <a:gd name="T3" fmla="*/ 43 h 43"/>
                <a:gd name="T4" fmla="*/ 0 w 80"/>
                <a:gd name="T5" fmla="*/ 10 h 43"/>
                <a:gd name="T6" fmla="*/ 10 w 80"/>
                <a:gd name="T7" fmla="*/ 0 h 43"/>
                <a:gd name="T8" fmla="*/ 39 w 80"/>
                <a:gd name="T9" fmla="*/ 29 h 43"/>
                <a:gd name="T10" fmla="*/ 80 w 80"/>
                <a:gd name="T11" fmla="*/ 29 h 43"/>
                <a:gd name="T12" fmla="*/ 80 w 80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3">
                  <a:moveTo>
                    <a:pt x="80" y="43"/>
                  </a:moveTo>
                  <a:lnTo>
                    <a:pt x="33" y="43"/>
                  </a:lnTo>
                  <a:lnTo>
                    <a:pt x="0" y="10"/>
                  </a:lnTo>
                  <a:lnTo>
                    <a:pt x="10" y="0"/>
                  </a:lnTo>
                  <a:lnTo>
                    <a:pt x="39" y="29"/>
                  </a:lnTo>
                  <a:lnTo>
                    <a:pt x="80" y="29"/>
                  </a:lnTo>
                  <a:lnTo>
                    <a:pt x="80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5" name="Freeform 331">
              <a:extLst>
                <a:ext uri="{FF2B5EF4-FFF2-40B4-BE49-F238E27FC236}">
                  <a16:creationId xmlns:a16="http://schemas.microsoft.com/office/drawing/2014/main" id="{AA8BC114-1E70-BE95-72F8-169467769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026" y="3222374"/>
              <a:ext cx="195903" cy="70931"/>
            </a:xfrm>
            <a:custGeom>
              <a:avLst/>
              <a:gdLst>
                <a:gd name="T0" fmla="*/ 116 w 116"/>
                <a:gd name="T1" fmla="*/ 42 h 42"/>
                <a:gd name="T2" fmla="*/ 31 w 116"/>
                <a:gd name="T3" fmla="*/ 42 h 42"/>
                <a:gd name="T4" fmla="*/ 0 w 116"/>
                <a:gd name="T5" fmla="*/ 10 h 42"/>
                <a:gd name="T6" fmla="*/ 9 w 116"/>
                <a:gd name="T7" fmla="*/ 0 h 42"/>
                <a:gd name="T8" fmla="*/ 37 w 116"/>
                <a:gd name="T9" fmla="*/ 27 h 42"/>
                <a:gd name="T10" fmla="*/ 116 w 116"/>
                <a:gd name="T11" fmla="*/ 27 h 42"/>
                <a:gd name="T12" fmla="*/ 116 w 116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42">
                  <a:moveTo>
                    <a:pt x="116" y="42"/>
                  </a:moveTo>
                  <a:lnTo>
                    <a:pt x="31" y="42"/>
                  </a:lnTo>
                  <a:lnTo>
                    <a:pt x="0" y="10"/>
                  </a:lnTo>
                  <a:lnTo>
                    <a:pt x="9" y="0"/>
                  </a:lnTo>
                  <a:lnTo>
                    <a:pt x="37" y="27"/>
                  </a:lnTo>
                  <a:lnTo>
                    <a:pt x="116" y="27"/>
                  </a:lnTo>
                  <a:lnTo>
                    <a:pt x="116" y="4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6" name="Freeform 332">
              <a:extLst>
                <a:ext uri="{FF2B5EF4-FFF2-40B4-BE49-F238E27FC236}">
                  <a16:creationId xmlns:a16="http://schemas.microsoft.com/office/drawing/2014/main" id="{082596AC-3CD0-36F0-998B-D4EEC83EA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9164" y="3370991"/>
              <a:ext cx="202658" cy="55732"/>
            </a:xfrm>
            <a:custGeom>
              <a:avLst/>
              <a:gdLst>
                <a:gd name="T0" fmla="*/ 9 w 120"/>
                <a:gd name="T1" fmla="*/ 33 h 33"/>
                <a:gd name="T2" fmla="*/ 0 w 120"/>
                <a:gd name="T3" fmla="*/ 24 h 33"/>
                <a:gd name="T4" fmla="*/ 22 w 120"/>
                <a:gd name="T5" fmla="*/ 0 h 33"/>
                <a:gd name="T6" fmla="*/ 120 w 120"/>
                <a:gd name="T7" fmla="*/ 0 h 33"/>
                <a:gd name="T8" fmla="*/ 120 w 120"/>
                <a:gd name="T9" fmla="*/ 15 h 33"/>
                <a:gd name="T10" fmla="*/ 28 w 120"/>
                <a:gd name="T11" fmla="*/ 15 h 33"/>
                <a:gd name="T12" fmla="*/ 9 w 120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33">
                  <a:moveTo>
                    <a:pt x="9" y="33"/>
                  </a:moveTo>
                  <a:lnTo>
                    <a:pt x="0" y="24"/>
                  </a:lnTo>
                  <a:lnTo>
                    <a:pt x="22" y="0"/>
                  </a:lnTo>
                  <a:lnTo>
                    <a:pt x="120" y="0"/>
                  </a:lnTo>
                  <a:lnTo>
                    <a:pt x="120" y="15"/>
                  </a:lnTo>
                  <a:lnTo>
                    <a:pt x="28" y="15"/>
                  </a:lnTo>
                  <a:lnTo>
                    <a:pt x="9" y="3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7" name="Freeform 333">
              <a:extLst>
                <a:ext uri="{FF2B5EF4-FFF2-40B4-BE49-F238E27FC236}">
                  <a16:creationId xmlns:a16="http://schemas.microsoft.com/office/drawing/2014/main" id="{3554BF15-B5B3-94D7-7236-E6B34E5D3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8668" y="3462181"/>
              <a:ext cx="177326" cy="89509"/>
            </a:xfrm>
            <a:custGeom>
              <a:avLst/>
              <a:gdLst>
                <a:gd name="T0" fmla="*/ 9 w 105"/>
                <a:gd name="T1" fmla="*/ 53 h 53"/>
                <a:gd name="T2" fmla="*/ 0 w 105"/>
                <a:gd name="T3" fmla="*/ 43 h 53"/>
                <a:gd name="T4" fmla="*/ 42 w 105"/>
                <a:gd name="T5" fmla="*/ 0 h 53"/>
                <a:gd name="T6" fmla="*/ 105 w 105"/>
                <a:gd name="T7" fmla="*/ 0 h 53"/>
                <a:gd name="T8" fmla="*/ 105 w 105"/>
                <a:gd name="T9" fmla="*/ 15 h 53"/>
                <a:gd name="T10" fmla="*/ 48 w 105"/>
                <a:gd name="T11" fmla="*/ 15 h 53"/>
                <a:gd name="T12" fmla="*/ 9 w 105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53">
                  <a:moveTo>
                    <a:pt x="9" y="53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105" y="0"/>
                  </a:lnTo>
                  <a:lnTo>
                    <a:pt x="105" y="15"/>
                  </a:lnTo>
                  <a:lnTo>
                    <a:pt x="48" y="15"/>
                  </a:lnTo>
                  <a:lnTo>
                    <a:pt x="9" y="5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8" name="Freeform 334">
              <a:extLst>
                <a:ext uri="{FF2B5EF4-FFF2-40B4-BE49-F238E27FC236}">
                  <a16:creationId xmlns:a16="http://schemas.microsoft.com/office/drawing/2014/main" id="{F49A0DF3-D865-72D3-B9FD-D6D977421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8050" y="3166643"/>
              <a:ext cx="131729" cy="72620"/>
            </a:xfrm>
            <a:custGeom>
              <a:avLst/>
              <a:gdLst>
                <a:gd name="T0" fmla="*/ 44 w 78"/>
                <a:gd name="T1" fmla="*/ 43 h 43"/>
                <a:gd name="T2" fmla="*/ 0 w 78"/>
                <a:gd name="T3" fmla="*/ 43 h 43"/>
                <a:gd name="T4" fmla="*/ 0 w 78"/>
                <a:gd name="T5" fmla="*/ 29 h 43"/>
                <a:gd name="T6" fmla="*/ 38 w 78"/>
                <a:gd name="T7" fmla="*/ 29 h 43"/>
                <a:gd name="T8" fmla="*/ 68 w 78"/>
                <a:gd name="T9" fmla="*/ 0 h 43"/>
                <a:gd name="T10" fmla="*/ 78 w 78"/>
                <a:gd name="T11" fmla="*/ 10 h 43"/>
                <a:gd name="T12" fmla="*/ 44 w 78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43">
                  <a:moveTo>
                    <a:pt x="44" y="43"/>
                  </a:moveTo>
                  <a:lnTo>
                    <a:pt x="0" y="43"/>
                  </a:lnTo>
                  <a:lnTo>
                    <a:pt x="0" y="29"/>
                  </a:lnTo>
                  <a:lnTo>
                    <a:pt x="38" y="29"/>
                  </a:lnTo>
                  <a:lnTo>
                    <a:pt x="68" y="0"/>
                  </a:lnTo>
                  <a:lnTo>
                    <a:pt x="78" y="10"/>
                  </a:lnTo>
                  <a:lnTo>
                    <a:pt x="44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9" name="Freeform 335">
              <a:extLst>
                <a:ext uri="{FF2B5EF4-FFF2-40B4-BE49-F238E27FC236}">
                  <a16:creationId xmlns:a16="http://schemas.microsoft.com/office/drawing/2014/main" id="{73CAB6C8-A87E-BAFD-586B-DC49CF1BF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8059" y="3284853"/>
              <a:ext cx="204349" cy="60798"/>
            </a:xfrm>
            <a:custGeom>
              <a:avLst/>
              <a:gdLst>
                <a:gd name="T0" fmla="*/ 95 w 121"/>
                <a:gd name="T1" fmla="*/ 36 h 36"/>
                <a:gd name="T2" fmla="*/ 0 w 121"/>
                <a:gd name="T3" fmla="*/ 36 h 36"/>
                <a:gd name="T4" fmla="*/ 0 w 121"/>
                <a:gd name="T5" fmla="*/ 22 h 36"/>
                <a:gd name="T6" fmla="*/ 89 w 121"/>
                <a:gd name="T7" fmla="*/ 22 h 36"/>
                <a:gd name="T8" fmla="*/ 111 w 121"/>
                <a:gd name="T9" fmla="*/ 0 h 36"/>
                <a:gd name="T10" fmla="*/ 121 w 121"/>
                <a:gd name="T11" fmla="*/ 10 h 36"/>
                <a:gd name="T12" fmla="*/ 95 w 121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36">
                  <a:moveTo>
                    <a:pt x="95" y="36"/>
                  </a:moveTo>
                  <a:lnTo>
                    <a:pt x="0" y="36"/>
                  </a:lnTo>
                  <a:lnTo>
                    <a:pt x="0" y="22"/>
                  </a:lnTo>
                  <a:lnTo>
                    <a:pt x="89" y="22"/>
                  </a:lnTo>
                  <a:lnTo>
                    <a:pt x="111" y="0"/>
                  </a:lnTo>
                  <a:lnTo>
                    <a:pt x="121" y="10"/>
                  </a:lnTo>
                  <a:lnTo>
                    <a:pt x="95" y="3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0" name="Freeform 336">
              <a:extLst>
                <a:ext uri="{FF2B5EF4-FFF2-40B4-BE49-F238E27FC236}">
                  <a16:creationId xmlns:a16="http://schemas.microsoft.com/office/drawing/2014/main" id="{322959CF-5EA1-5D9E-6C2B-021CA2FA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0284" y="3409837"/>
              <a:ext cx="173950" cy="60798"/>
            </a:xfrm>
            <a:custGeom>
              <a:avLst/>
              <a:gdLst>
                <a:gd name="T0" fmla="*/ 93 w 103"/>
                <a:gd name="T1" fmla="*/ 36 h 36"/>
                <a:gd name="T2" fmla="*/ 72 w 103"/>
                <a:gd name="T3" fmla="*/ 14 h 36"/>
                <a:gd name="T4" fmla="*/ 0 w 103"/>
                <a:gd name="T5" fmla="*/ 14 h 36"/>
                <a:gd name="T6" fmla="*/ 0 w 103"/>
                <a:gd name="T7" fmla="*/ 0 h 36"/>
                <a:gd name="T8" fmla="*/ 78 w 103"/>
                <a:gd name="T9" fmla="*/ 0 h 36"/>
                <a:gd name="T10" fmla="*/ 103 w 103"/>
                <a:gd name="T11" fmla="*/ 26 h 36"/>
                <a:gd name="T12" fmla="*/ 93 w 103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36">
                  <a:moveTo>
                    <a:pt x="93" y="36"/>
                  </a:moveTo>
                  <a:lnTo>
                    <a:pt x="72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8" y="0"/>
                  </a:lnTo>
                  <a:lnTo>
                    <a:pt x="103" y="26"/>
                  </a:lnTo>
                  <a:lnTo>
                    <a:pt x="93" y="3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72B3EE4-6823-8EEB-8F38-8937859C4921}"/>
              </a:ext>
            </a:extLst>
          </p:cNvPr>
          <p:cNvGrpSpPr/>
          <p:nvPr/>
        </p:nvGrpSpPr>
        <p:grpSpPr>
          <a:xfrm>
            <a:off x="8751381" y="4495444"/>
            <a:ext cx="684000" cy="695834"/>
            <a:chOff x="8751381" y="4734204"/>
            <a:chExt cx="684000" cy="695834"/>
          </a:xfrm>
          <a:solidFill>
            <a:srgbClr val="FFFFFF"/>
          </a:solidFill>
        </p:grpSpPr>
        <p:sp>
          <p:nvSpPr>
            <p:cNvPr id="75" name="Freeform 695">
              <a:extLst>
                <a:ext uri="{FF2B5EF4-FFF2-40B4-BE49-F238E27FC236}">
                  <a16:creationId xmlns:a16="http://schemas.microsoft.com/office/drawing/2014/main" id="{7EA819AB-8C97-6499-2154-EC2CCEF6F2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75034" y="5169693"/>
              <a:ext cx="260347" cy="260345"/>
            </a:xfrm>
            <a:custGeom>
              <a:avLst/>
              <a:gdLst>
                <a:gd name="T0" fmla="*/ 17 w 192"/>
                <a:gd name="T1" fmla="*/ 49 h 190"/>
                <a:gd name="T2" fmla="*/ 139 w 192"/>
                <a:gd name="T3" fmla="*/ 171 h 190"/>
                <a:gd name="T4" fmla="*/ 158 w 192"/>
                <a:gd name="T5" fmla="*/ 171 h 190"/>
                <a:gd name="T6" fmla="*/ 171 w 192"/>
                <a:gd name="T7" fmla="*/ 158 h 190"/>
                <a:gd name="T8" fmla="*/ 171 w 192"/>
                <a:gd name="T9" fmla="*/ 158 h 190"/>
                <a:gd name="T10" fmla="*/ 171 w 192"/>
                <a:gd name="T11" fmla="*/ 139 h 190"/>
                <a:gd name="T12" fmla="*/ 49 w 192"/>
                <a:gd name="T13" fmla="*/ 17 h 190"/>
                <a:gd name="T14" fmla="*/ 17 w 192"/>
                <a:gd name="T15" fmla="*/ 49 h 190"/>
                <a:gd name="T16" fmla="*/ 148 w 192"/>
                <a:gd name="T17" fmla="*/ 190 h 190"/>
                <a:gd name="T18" fmla="*/ 129 w 192"/>
                <a:gd name="T19" fmla="*/ 181 h 190"/>
                <a:gd name="T20" fmla="*/ 4 w 192"/>
                <a:gd name="T21" fmla="*/ 57 h 190"/>
                <a:gd name="T22" fmla="*/ 4 w 192"/>
                <a:gd name="T23" fmla="*/ 41 h 190"/>
                <a:gd name="T24" fmla="*/ 41 w 192"/>
                <a:gd name="T25" fmla="*/ 4 h 190"/>
                <a:gd name="T26" fmla="*/ 57 w 192"/>
                <a:gd name="T27" fmla="*/ 4 h 190"/>
                <a:gd name="T28" fmla="*/ 181 w 192"/>
                <a:gd name="T29" fmla="*/ 129 h 190"/>
                <a:gd name="T30" fmla="*/ 181 w 192"/>
                <a:gd name="T31" fmla="*/ 168 h 190"/>
                <a:gd name="T32" fmla="*/ 168 w 192"/>
                <a:gd name="T33" fmla="*/ 181 h 190"/>
                <a:gd name="T34" fmla="*/ 148 w 192"/>
                <a:gd name="T35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190">
                  <a:moveTo>
                    <a:pt x="17" y="49"/>
                  </a:moveTo>
                  <a:lnTo>
                    <a:pt x="139" y="171"/>
                  </a:lnTo>
                  <a:cubicBezTo>
                    <a:pt x="144" y="176"/>
                    <a:pt x="152" y="176"/>
                    <a:pt x="158" y="171"/>
                  </a:cubicBezTo>
                  <a:lnTo>
                    <a:pt x="171" y="158"/>
                  </a:lnTo>
                  <a:lnTo>
                    <a:pt x="171" y="158"/>
                  </a:lnTo>
                  <a:cubicBezTo>
                    <a:pt x="176" y="153"/>
                    <a:pt x="176" y="144"/>
                    <a:pt x="171" y="139"/>
                  </a:cubicBezTo>
                  <a:lnTo>
                    <a:pt x="49" y="17"/>
                  </a:lnTo>
                  <a:lnTo>
                    <a:pt x="17" y="49"/>
                  </a:lnTo>
                  <a:close/>
                  <a:moveTo>
                    <a:pt x="148" y="190"/>
                  </a:moveTo>
                  <a:cubicBezTo>
                    <a:pt x="141" y="190"/>
                    <a:pt x="134" y="187"/>
                    <a:pt x="129" y="181"/>
                  </a:cubicBezTo>
                  <a:lnTo>
                    <a:pt x="4" y="57"/>
                  </a:lnTo>
                  <a:cubicBezTo>
                    <a:pt x="0" y="53"/>
                    <a:pt x="0" y="46"/>
                    <a:pt x="4" y="41"/>
                  </a:cubicBezTo>
                  <a:lnTo>
                    <a:pt x="41" y="4"/>
                  </a:lnTo>
                  <a:cubicBezTo>
                    <a:pt x="46" y="0"/>
                    <a:pt x="53" y="0"/>
                    <a:pt x="57" y="4"/>
                  </a:cubicBezTo>
                  <a:lnTo>
                    <a:pt x="181" y="129"/>
                  </a:lnTo>
                  <a:cubicBezTo>
                    <a:pt x="192" y="140"/>
                    <a:pt x="192" y="157"/>
                    <a:pt x="181" y="168"/>
                  </a:cubicBezTo>
                  <a:lnTo>
                    <a:pt x="168" y="181"/>
                  </a:lnTo>
                  <a:cubicBezTo>
                    <a:pt x="163" y="187"/>
                    <a:pt x="155" y="190"/>
                    <a:pt x="148" y="19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6" name="Freeform 696">
              <a:extLst>
                <a:ext uri="{FF2B5EF4-FFF2-40B4-BE49-F238E27FC236}">
                  <a16:creationId xmlns:a16="http://schemas.microsoft.com/office/drawing/2014/main" id="{7858766B-F004-369F-44E4-F264F0B4F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8998" y="5143659"/>
              <a:ext cx="92306" cy="92305"/>
            </a:xfrm>
            <a:custGeom>
              <a:avLst/>
              <a:gdLst>
                <a:gd name="T0" fmla="*/ 34 w 69"/>
                <a:gd name="T1" fmla="*/ 68 h 68"/>
                <a:gd name="T2" fmla="*/ 29 w 69"/>
                <a:gd name="T3" fmla="*/ 66 h 68"/>
                <a:gd name="T4" fmla="*/ 3 w 69"/>
                <a:gd name="T5" fmla="*/ 40 h 68"/>
                <a:gd name="T6" fmla="*/ 3 w 69"/>
                <a:gd name="T7" fmla="*/ 29 h 68"/>
                <a:gd name="T8" fmla="*/ 14 w 69"/>
                <a:gd name="T9" fmla="*/ 29 h 68"/>
                <a:gd name="T10" fmla="*/ 34 w 69"/>
                <a:gd name="T11" fmla="*/ 50 h 68"/>
                <a:gd name="T12" fmla="*/ 51 w 69"/>
                <a:gd name="T13" fmla="*/ 33 h 68"/>
                <a:gd name="T14" fmla="*/ 30 w 69"/>
                <a:gd name="T15" fmla="*/ 13 h 68"/>
                <a:gd name="T16" fmla="*/ 30 w 69"/>
                <a:gd name="T17" fmla="*/ 2 h 68"/>
                <a:gd name="T18" fmla="*/ 40 w 69"/>
                <a:gd name="T19" fmla="*/ 2 h 68"/>
                <a:gd name="T20" fmla="*/ 66 w 69"/>
                <a:gd name="T21" fmla="*/ 28 h 68"/>
                <a:gd name="T22" fmla="*/ 69 w 69"/>
                <a:gd name="T23" fmla="*/ 33 h 68"/>
                <a:gd name="T24" fmla="*/ 66 w 69"/>
                <a:gd name="T25" fmla="*/ 39 h 68"/>
                <a:gd name="T26" fmla="*/ 40 w 69"/>
                <a:gd name="T27" fmla="*/ 66 h 68"/>
                <a:gd name="T28" fmla="*/ 34 w 69"/>
                <a:gd name="T2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" h="68">
                  <a:moveTo>
                    <a:pt x="34" y="68"/>
                  </a:moveTo>
                  <a:cubicBezTo>
                    <a:pt x="32" y="68"/>
                    <a:pt x="31" y="67"/>
                    <a:pt x="29" y="66"/>
                  </a:cubicBezTo>
                  <a:lnTo>
                    <a:pt x="3" y="40"/>
                  </a:lnTo>
                  <a:cubicBezTo>
                    <a:pt x="0" y="37"/>
                    <a:pt x="0" y="32"/>
                    <a:pt x="3" y="29"/>
                  </a:cubicBezTo>
                  <a:cubicBezTo>
                    <a:pt x="6" y="26"/>
                    <a:pt x="11" y="26"/>
                    <a:pt x="14" y="29"/>
                  </a:cubicBezTo>
                  <a:lnTo>
                    <a:pt x="34" y="50"/>
                  </a:lnTo>
                  <a:lnTo>
                    <a:pt x="51" y="33"/>
                  </a:lnTo>
                  <a:lnTo>
                    <a:pt x="30" y="13"/>
                  </a:lnTo>
                  <a:cubicBezTo>
                    <a:pt x="27" y="10"/>
                    <a:pt x="27" y="5"/>
                    <a:pt x="30" y="2"/>
                  </a:cubicBezTo>
                  <a:cubicBezTo>
                    <a:pt x="33" y="0"/>
                    <a:pt x="38" y="0"/>
                    <a:pt x="40" y="2"/>
                  </a:cubicBezTo>
                  <a:lnTo>
                    <a:pt x="66" y="28"/>
                  </a:lnTo>
                  <a:cubicBezTo>
                    <a:pt x="68" y="30"/>
                    <a:pt x="69" y="32"/>
                    <a:pt x="69" y="33"/>
                  </a:cubicBezTo>
                  <a:cubicBezTo>
                    <a:pt x="69" y="35"/>
                    <a:pt x="68" y="37"/>
                    <a:pt x="66" y="39"/>
                  </a:cubicBezTo>
                  <a:lnTo>
                    <a:pt x="40" y="66"/>
                  </a:lnTo>
                  <a:cubicBezTo>
                    <a:pt x="38" y="67"/>
                    <a:pt x="36" y="68"/>
                    <a:pt x="34" y="6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7" name="Freeform 697">
              <a:extLst>
                <a:ext uri="{FF2B5EF4-FFF2-40B4-BE49-F238E27FC236}">
                  <a16:creationId xmlns:a16="http://schemas.microsoft.com/office/drawing/2014/main" id="{B43516FB-6A95-BBC9-14A8-7C22219F1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20014" y="4835983"/>
              <a:ext cx="426023" cy="404720"/>
            </a:xfrm>
            <a:custGeom>
              <a:avLst/>
              <a:gdLst>
                <a:gd name="T0" fmla="*/ 164 w 313"/>
                <a:gd name="T1" fmla="*/ 14 h 298"/>
                <a:gd name="T2" fmla="*/ 69 w 313"/>
                <a:gd name="T3" fmla="*/ 54 h 298"/>
                <a:gd name="T4" fmla="*/ 69 w 313"/>
                <a:gd name="T5" fmla="*/ 244 h 298"/>
                <a:gd name="T6" fmla="*/ 259 w 313"/>
                <a:gd name="T7" fmla="*/ 244 h 298"/>
                <a:gd name="T8" fmla="*/ 298 w 313"/>
                <a:gd name="T9" fmla="*/ 149 h 298"/>
                <a:gd name="T10" fmla="*/ 259 w 313"/>
                <a:gd name="T11" fmla="*/ 54 h 298"/>
                <a:gd name="T12" fmla="*/ 259 w 313"/>
                <a:gd name="T13" fmla="*/ 54 h 298"/>
                <a:gd name="T14" fmla="*/ 164 w 313"/>
                <a:gd name="T15" fmla="*/ 14 h 298"/>
                <a:gd name="T16" fmla="*/ 164 w 313"/>
                <a:gd name="T17" fmla="*/ 298 h 298"/>
                <a:gd name="T18" fmla="*/ 58 w 313"/>
                <a:gd name="T19" fmla="*/ 254 h 298"/>
                <a:gd name="T20" fmla="*/ 58 w 313"/>
                <a:gd name="T21" fmla="*/ 43 h 298"/>
                <a:gd name="T22" fmla="*/ 164 w 313"/>
                <a:gd name="T23" fmla="*/ 0 h 298"/>
                <a:gd name="T24" fmla="*/ 269 w 313"/>
                <a:gd name="T25" fmla="*/ 43 h 298"/>
                <a:gd name="T26" fmla="*/ 269 w 313"/>
                <a:gd name="T27" fmla="*/ 43 h 298"/>
                <a:gd name="T28" fmla="*/ 269 w 313"/>
                <a:gd name="T29" fmla="*/ 43 h 298"/>
                <a:gd name="T30" fmla="*/ 313 w 313"/>
                <a:gd name="T31" fmla="*/ 149 h 298"/>
                <a:gd name="T32" fmla="*/ 269 w 313"/>
                <a:gd name="T33" fmla="*/ 254 h 298"/>
                <a:gd name="T34" fmla="*/ 164 w 313"/>
                <a:gd name="T35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3" h="298">
                  <a:moveTo>
                    <a:pt x="164" y="14"/>
                  </a:moveTo>
                  <a:cubicBezTo>
                    <a:pt x="128" y="14"/>
                    <a:pt x="94" y="28"/>
                    <a:pt x="69" y="54"/>
                  </a:cubicBezTo>
                  <a:cubicBezTo>
                    <a:pt x="16" y="106"/>
                    <a:pt x="16" y="191"/>
                    <a:pt x="69" y="244"/>
                  </a:cubicBezTo>
                  <a:cubicBezTo>
                    <a:pt x="121" y="296"/>
                    <a:pt x="206" y="296"/>
                    <a:pt x="259" y="244"/>
                  </a:cubicBezTo>
                  <a:cubicBezTo>
                    <a:pt x="284" y="218"/>
                    <a:pt x="298" y="185"/>
                    <a:pt x="298" y="149"/>
                  </a:cubicBezTo>
                  <a:cubicBezTo>
                    <a:pt x="298" y="113"/>
                    <a:pt x="284" y="79"/>
                    <a:pt x="259" y="54"/>
                  </a:cubicBezTo>
                  <a:lnTo>
                    <a:pt x="259" y="54"/>
                  </a:lnTo>
                  <a:cubicBezTo>
                    <a:pt x="233" y="28"/>
                    <a:pt x="200" y="14"/>
                    <a:pt x="164" y="14"/>
                  </a:cubicBezTo>
                  <a:close/>
                  <a:moveTo>
                    <a:pt x="164" y="298"/>
                  </a:moveTo>
                  <a:cubicBezTo>
                    <a:pt x="126" y="298"/>
                    <a:pt x="87" y="283"/>
                    <a:pt x="58" y="254"/>
                  </a:cubicBezTo>
                  <a:cubicBezTo>
                    <a:pt x="0" y="196"/>
                    <a:pt x="0" y="102"/>
                    <a:pt x="58" y="43"/>
                  </a:cubicBezTo>
                  <a:cubicBezTo>
                    <a:pt x="87" y="15"/>
                    <a:pt x="124" y="0"/>
                    <a:pt x="164" y="0"/>
                  </a:cubicBezTo>
                  <a:cubicBezTo>
                    <a:pt x="203" y="0"/>
                    <a:pt x="241" y="15"/>
                    <a:pt x="269" y="43"/>
                  </a:cubicBezTo>
                  <a:lnTo>
                    <a:pt x="269" y="43"/>
                  </a:lnTo>
                  <a:lnTo>
                    <a:pt x="269" y="43"/>
                  </a:lnTo>
                  <a:cubicBezTo>
                    <a:pt x="297" y="72"/>
                    <a:pt x="313" y="109"/>
                    <a:pt x="313" y="149"/>
                  </a:cubicBezTo>
                  <a:cubicBezTo>
                    <a:pt x="313" y="189"/>
                    <a:pt x="297" y="226"/>
                    <a:pt x="269" y="254"/>
                  </a:cubicBezTo>
                  <a:cubicBezTo>
                    <a:pt x="240" y="283"/>
                    <a:pt x="202" y="298"/>
                    <a:pt x="164" y="29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8" name="Freeform 698">
              <a:extLst>
                <a:ext uri="{FF2B5EF4-FFF2-40B4-BE49-F238E27FC236}">
                  <a16:creationId xmlns:a16="http://schemas.microsoft.com/office/drawing/2014/main" id="{7223C795-EDDC-EA67-2295-E13E363312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1381" y="5108159"/>
              <a:ext cx="92306" cy="92305"/>
            </a:xfrm>
            <a:custGeom>
              <a:avLst/>
              <a:gdLst>
                <a:gd name="T0" fmla="*/ 34 w 68"/>
                <a:gd name="T1" fmla="*/ 14 h 68"/>
                <a:gd name="T2" fmla="*/ 14 w 68"/>
                <a:gd name="T3" fmla="*/ 34 h 68"/>
                <a:gd name="T4" fmla="*/ 34 w 68"/>
                <a:gd name="T5" fmla="*/ 54 h 68"/>
                <a:gd name="T6" fmla="*/ 54 w 68"/>
                <a:gd name="T7" fmla="*/ 34 h 68"/>
                <a:gd name="T8" fmla="*/ 34 w 68"/>
                <a:gd name="T9" fmla="*/ 14 h 68"/>
                <a:gd name="T10" fmla="*/ 34 w 68"/>
                <a:gd name="T11" fmla="*/ 68 h 68"/>
                <a:gd name="T12" fmla="*/ 0 w 68"/>
                <a:gd name="T13" fmla="*/ 34 h 68"/>
                <a:gd name="T14" fmla="*/ 34 w 68"/>
                <a:gd name="T15" fmla="*/ 0 h 68"/>
                <a:gd name="T16" fmla="*/ 68 w 68"/>
                <a:gd name="T17" fmla="*/ 34 h 68"/>
                <a:gd name="T18" fmla="*/ 34 w 68"/>
                <a:gd name="T1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68">
                  <a:moveTo>
                    <a:pt x="34" y="14"/>
                  </a:moveTo>
                  <a:cubicBezTo>
                    <a:pt x="23" y="14"/>
                    <a:pt x="14" y="23"/>
                    <a:pt x="14" y="34"/>
                  </a:cubicBezTo>
                  <a:cubicBezTo>
                    <a:pt x="14" y="45"/>
                    <a:pt x="23" y="54"/>
                    <a:pt x="34" y="54"/>
                  </a:cubicBezTo>
                  <a:cubicBezTo>
                    <a:pt x="45" y="54"/>
                    <a:pt x="54" y="45"/>
                    <a:pt x="54" y="34"/>
                  </a:cubicBezTo>
                  <a:cubicBezTo>
                    <a:pt x="54" y="23"/>
                    <a:pt x="45" y="14"/>
                    <a:pt x="34" y="14"/>
                  </a:cubicBezTo>
                  <a:close/>
                  <a:moveTo>
                    <a:pt x="34" y="68"/>
                  </a:moveTo>
                  <a:cubicBezTo>
                    <a:pt x="15" y="68"/>
                    <a:pt x="0" y="53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3" y="0"/>
                    <a:pt x="68" y="15"/>
                    <a:pt x="68" y="34"/>
                  </a:cubicBezTo>
                  <a:cubicBezTo>
                    <a:pt x="68" y="53"/>
                    <a:pt x="53" y="68"/>
                    <a:pt x="34" y="6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9" name="Freeform 699">
              <a:extLst>
                <a:ext uri="{FF2B5EF4-FFF2-40B4-BE49-F238E27FC236}">
                  <a16:creationId xmlns:a16="http://schemas.microsoft.com/office/drawing/2014/main" id="{B08D2890-4FBC-5761-6E75-A6F1B201A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14692" y="4949587"/>
              <a:ext cx="92306" cy="92305"/>
            </a:xfrm>
            <a:custGeom>
              <a:avLst/>
              <a:gdLst>
                <a:gd name="T0" fmla="*/ 34 w 69"/>
                <a:gd name="T1" fmla="*/ 14 h 68"/>
                <a:gd name="T2" fmla="*/ 15 w 69"/>
                <a:gd name="T3" fmla="*/ 34 h 68"/>
                <a:gd name="T4" fmla="*/ 34 w 69"/>
                <a:gd name="T5" fmla="*/ 54 h 68"/>
                <a:gd name="T6" fmla="*/ 54 w 69"/>
                <a:gd name="T7" fmla="*/ 34 h 68"/>
                <a:gd name="T8" fmla="*/ 34 w 69"/>
                <a:gd name="T9" fmla="*/ 14 h 68"/>
                <a:gd name="T10" fmla="*/ 34 w 69"/>
                <a:gd name="T11" fmla="*/ 68 h 68"/>
                <a:gd name="T12" fmla="*/ 0 w 69"/>
                <a:gd name="T13" fmla="*/ 34 h 68"/>
                <a:gd name="T14" fmla="*/ 34 w 69"/>
                <a:gd name="T15" fmla="*/ 0 h 68"/>
                <a:gd name="T16" fmla="*/ 69 w 69"/>
                <a:gd name="T17" fmla="*/ 34 h 68"/>
                <a:gd name="T18" fmla="*/ 34 w 69"/>
                <a:gd name="T1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68">
                  <a:moveTo>
                    <a:pt x="34" y="14"/>
                  </a:moveTo>
                  <a:cubicBezTo>
                    <a:pt x="24" y="14"/>
                    <a:pt x="15" y="23"/>
                    <a:pt x="15" y="34"/>
                  </a:cubicBezTo>
                  <a:cubicBezTo>
                    <a:pt x="15" y="45"/>
                    <a:pt x="24" y="54"/>
                    <a:pt x="34" y="54"/>
                  </a:cubicBezTo>
                  <a:cubicBezTo>
                    <a:pt x="45" y="54"/>
                    <a:pt x="54" y="45"/>
                    <a:pt x="54" y="34"/>
                  </a:cubicBezTo>
                  <a:cubicBezTo>
                    <a:pt x="54" y="23"/>
                    <a:pt x="45" y="14"/>
                    <a:pt x="34" y="14"/>
                  </a:cubicBezTo>
                  <a:close/>
                  <a:moveTo>
                    <a:pt x="34" y="68"/>
                  </a:moveTo>
                  <a:cubicBezTo>
                    <a:pt x="16" y="68"/>
                    <a:pt x="0" y="53"/>
                    <a:pt x="0" y="34"/>
                  </a:cubicBezTo>
                  <a:cubicBezTo>
                    <a:pt x="0" y="15"/>
                    <a:pt x="16" y="0"/>
                    <a:pt x="34" y="0"/>
                  </a:cubicBezTo>
                  <a:cubicBezTo>
                    <a:pt x="53" y="0"/>
                    <a:pt x="69" y="15"/>
                    <a:pt x="69" y="34"/>
                  </a:cubicBezTo>
                  <a:cubicBezTo>
                    <a:pt x="69" y="53"/>
                    <a:pt x="53" y="68"/>
                    <a:pt x="34" y="6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0" name="Freeform 700">
              <a:extLst>
                <a:ext uri="{FF2B5EF4-FFF2-40B4-BE49-F238E27FC236}">
                  <a16:creationId xmlns:a16="http://schemas.microsoft.com/office/drawing/2014/main" id="{B7888691-65B3-F4D8-7C9A-65885617E4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000" y="5006390"/>
              <a:ext cx="92306" cy="92305"/>
            </a:xfrm>
            <a:custGeom>
              <a:avLst/>
              <a:gdLst>
                <a:gd name="T0" fmla="*/ 34 w 68"/>
                <a:gd name="T1" fmla="*/ 15 h 69"/>
                <a:gd name="T2" fmla="*/ 14 w 68"/>
                <a:gd name="T3" fmla="*/ 35 h 69"/>
                <a:gd name="T4" fmla="*/ 34 w 68"/>
                <a:gd name="T5" fmla="*/ 54 h 69"/>
                <a:gd name="T6" fmla="*/ 54 w 68"/>
                <a:gd name="T7" fmla="*/ 35 h 69"/>
                <a:gd name="T8" fmla="*/ 34 w 68"/>
                <a:gd name="T9" fmla="*/ 15 h 69"/>
                <a:gd name="T10" fmla="*/ 34 w 68"/>
                <a:gd name="T11" fmla="*/ 69 h 69"/>
                <a:gd name="T12" fmla="*/ 0 w 68"/>
                <a:gd name="T13" fmla="*/ 35 h 69"/>
                <a:gd name="T14" fmla="*/ 34 w 68"/>
                <a:gd name="T15" fmla="*/ 0 h 69"/>
                <a:gd name="T16" fmla="*/ 68 w 68"/>
                <a:gd name="T17" fmla="*/ 35 h 69"/>
                <a:gd name="T18" fmla="*/ 34 w 68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69">
                  <a:moveTo>
                    <a:pt x="34" y="15"/>
                  </a:moveTo>
                  <a:cubicBezTo>
                    <a:pt x="23" y="15"/>
                    <a:pt x="14" y="24"/>
                    <a:pt x="14" y="35"/>
                  </a:cubicBezTo>
                  <a:cubicBezTo>
                    <a:pt x="14" y="45"/>
                    <a:pt x="23" y="54"/>
                    <a:pt x="34" y="54"/>
                  </a:cubicBezTo>
                  <a:cubicBezTo>
                    <a:pt x="45" y="54"/>
                    <a:pt x="54" y="45"/>
                    <a:pt x="54" y="35"/>
                  </a:cubicBezTo>
                  <a:cubicBezTo>
                    <a:pt x="54" y="24"/>
                    <a:pt x="45" y="15"/>
                    <a:pt x="34" y="15"/>
                  </a:cubicBezTo>
                  <a:close/>
                  <a:moveTo>
                    <a:pt x="34" y="69"/>
                  </a:moveTo>
                  <a:cubicBezTo>
                    <a:pt x="15" y="69"/>
                    <a:pt x="0" y="54"/>
                    <a:pt x="0" y="35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8" y="16"/>
                    <a:pt x="68" y="35"/>
                  </a:cubicBezTo>
                  <a:cubicBezTo>
                    <a:pt x="68" y="54"/>
                    <a:pt x="53" y="69"/>
                    <a:pt x="34" y="6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1" name="Freeform 701">
              <a:extLst>
                <a:ext uri="{FF2B5EF4-FFF2-40B4-BE49-F238E27FC236}">
                  <a16:creationId xmlns:a16="http://schemas.microsoft.com/office/drawing/2014/main" id="{13CBF4F4-52BE-2493-EDBA-45D327117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41308" y="4734204"/>
              <a:ext cx="94672" cy="92304"/>
            </a:xfrm>
            <a:custGeom>
              <a:avLst/>
              <a:gdLst>
                <a:gd name="T0" fmla="*/ 34 w 69"/>
                <a:gd name="T1" fmla="*/ 15 h 69"/>
                <a:gd name="T2" fmla="*/ 15 w 69"/>
                <a:gd name="T3" fmla="*/ 34 h 69"/>
                <a:gd name="T4" fmla="*/ 34 w 69"/>
                <a:gd name="T5" fmla="*/ 54 h 69"/>
                <a:gd name="T6" fmla="*/ 54 w 69"/>
                <a:gd name="T7" fmla="*/ 34 h 69"/>
                <a:gd name="T8" fmla="*/ 34 w 69"/>
                <a:gd name="T9" fmla="*/ 15 h 69"/>
                <a:gd name="T10" fmla="*/ 34 w 69"/>
                <a:gd name="T11" fmla="*/ 69 h 69"/>
                <a:gd name="T12" fmla="*/ 0 w 69"/>
                <a:gd name="T13" fmla="*/ 34 h 69"/>
                <a:gd name="T14" fmla="*/ 34 w 69"/>
                <a:gd name="T15" fmla="*/ 0 h 69"/>
                <a:gd name="T16" fmla="*/ 69 w 69"/>
                <a:gd name="T17" fmla="*/ 34 h 69"/>
                <a:gd name="T18" fmla="*/ 34 w 69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69">
                  <a:moveTo>
                    <a:pt x="34" y="15"/>
                  </a:moveTo>
                  <a:cubicBezTo>
                    <a:pt x="23" y="15"/>
                    <a:pt x="15" y="23"/>
                    <a:pt x="15" y="34"/>
                  </a:cubicBezTo>
                  <a:cubicBezTo>
                    <a:pt x="15" y="45"/>
                    <a:pt x="23" y="54"/>
                    <a:pt x="34" y="54"/>
                  </a:cubicBezTo>
                  <a:cubicBezTo>
                    <a:pt x="45" y="54"/>
                    <a:pt x="54" y="45"/>
                    <a:pt x="54" y="34"/>
                  </a:cubicBezTo>
                  <a:cubicBezTo>
                    <a:pt x="54" y="23"/>
                    <a:pt x="45" y="15"/>
                    <a:pt x="34" y="15"/>
                  </a:cubicBezTo>
                  <a:close/>
                  <a:moveTo>
                    <a:pt x="34" y="69"/>
                  </a:moveTo>
                  <a:cubicBezTo>
                    <a:pt x="15" y="69"/>
                    <a:pt x="0" y="53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3" y="0"/>
                    <a:pt x="69" y="15"/>
                    <a:pt x="69" y="34"/>
                  </a:cubicBezTo>
                  <a:cubicBezTo>
                    <a:pt x="69" y="53"/>
                    <a:pt x="53" y="69"/>
                    <a:pt x="34" y="6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2" name="Freeform 702">
              <a:extLst>
                <a:ext uri="{FF2B5EF4-FFF2-40B4-BE49-F238E27FC236}">
                  <a16:creationId xmlns:a16="http://schemas.microsoft.com/office/drawing/2014/main" id="{E2057D6F-58DA-C08A-D102-962FF058E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2916" y="5011119"/>
              <a:ext cx="132541" cy="127805"/>
            </a:xfrm>
            <a:custGeom>
              <a:avLst/>
              <a:gdLst>
                <a:gd name="T0" fmla="*/ 8 w 98"/>
                <a:gd name="T1" fmla="*/ 94 h 94"/>
                <a:gd name="T2" fmla="*/ 3 w 98"/>
                <a:gd name="T3" fmla="*/ 91 h 94"/>
                <a:gd name="T4" fmla="*/ 3 w 98"/>
                <a:gd name="T5" fmla="*/ 81 h 94"/>
                <a:gd name="T6" fmla="*/ 85 w 98"/>
                <a:gd name="T7" fmla="*/ 2 h 94"/>
                <a:gd name="T8" fmla="*/ 95 w 98"/>
                <a:gd name="T9" fmla="*/ 3 h 94"/>
                <a:gd name="T10" fmla="*/ 95 w 98"/>
                <a:gd name="T11" fmla="*/ 13 h 94"/>
                <a:gd name="T12" fmla="*/ 14 w 98"/>
                <a:gd name="T13" fmla="*/ 92 h 94"/>
                <a:gd name="T14" fmla="*/ 8 w 98"/>
                <a:gd name="T15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" h="94">
                  <a:moveTo>
                    <a:pt x="8" y="94"/>
                  </a:moveTo>
                  <a:cubicBezTo>
                    <a:pt x="7" y="94"/>
                    <a:pt x="5" y="93"/>
                    <a:pt x="3" y="91"/>
                  </a:cubicBezTo>
                  <a:cubicBezTo>
                    <a:pt x="0" y="88"/>
                    <a:pt x="1" y="84"/>
                    <a:pt x="3" y="81"/>
                  </a:cubicBezTo>
                  <a:lnTo>
                    <a:pt x="85" y="2"/>
                  </a:lnTo>
                  <a:cubicBezTo>
                    <a:pt x="88" y="0"/>
                    <a:pt x="93" y="0"/>
                    <a:pt x="95" y="3"/>
                  </a:cubicBezTo>
                  <a:cubicBezTo>
                    <a:pt x="98" y="6"/>
                    <a:pt x="98" y="10"/>
                    <a:pt x="95" y="13"/>
                  </a:cubicBezTo>
                  <a:lnTo>
                    <a:pt x="14" y="92"/>
                  </a:lnTo>
                  <a:cubicBezTo>
                    <a:pt x="12" y="93"/>
                    <a:pt x="10" y="94"/>
                    <a:pt x="8" y="9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3" name="Freeform 703">
              <a:extLst>
                <a:ext uri="{FF2B5EF4-FFF2-40B4-BE49-F238E27FC236}">
                  <a16:creationId xmlns:a16="http://schemas.microsoft.com/office/drawing/2014/main" id="{0BB6AEBB-71C4-9C24-ABD4-20783A3F9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2421" y="4800480"/>
              <a:ext cx="149109" cy="231944"/>
            </a:xfrm>
            <a:custGeom>
              <a:avLst/>
              <a:gdLst>
                <a:gd name="T0" fmla="*/ 9 w 110"/>
                <a:gd name="T1" fmla="*/ 170 h 170"/>
                <a:gd name="T2" fmla="*/ 5 w 110"/>
                <a:gd name="T3" fmla="*/ 169 h 170"/>
                <a:gd name="T4" fmla="*/ 3 w 110"/>
                <a:gd name="T5" fmla="*/ 159 h 170"/>
                <a:gd name="T6" fmla="*/ 95 w 110"/>
                <a:gd name="T7" fmla="*/ 5 h 170"/>
                <a:gd name="T8" fmla="*/ 105 w 110"/>
                <a:gd name="T9" fmla="*/ 2 h 170"/>
                <a:gd name="T10" fmla="*/ 108 w 110"/>
                <a:gd name="T11" fmla="*/ 12 h 170"/>
                <a:gd name="T12" fmla="*/ 15 w 110"/>
                <a:gd name="T13" fmla="*/ 166 h 170"/>
                <a:gd name="T14" fmla="*/ 9 w 110"/>
                <a:gd name="T15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" h="170">
                  <a:moveTo>
                    <a:pt x="9" y="170"/>
                  </a:moveTo>
                  <a:cubicBezTo>
                    <a:pt x="7" y="170"/>
                    <a:pt x="6" y="169"/>
                    <a:pt x="5" y="169"/>
                  </a:cubicBezTo>
                  <a:cubicBezTo>
                    <a:pt x="2" y="167"/>
                    <a:pt x="0" y="162"/>
                    <a:pt x="3" y="159"/>
                  </a:cubicBezTo>
                  <a:lnTo>
                    <a:pt x="95" y="5"/>
                  </a:lnTo>
                  <a:cubicBezTo>
                    <a:pt x="97" y="1"/>
                    <a:pt x="102" y="0"/>
                    <a:pt x="105" y="2"/>
                  </a:cubicBezTo>
                  <a:cubicBezTo>
                    <a:pt x="109" y="4"/>
                    <a:pt x="110" y="9"/>
                    <a:pt x="108" y="12"/>
                  </a:cubicBezTo>
                  <a:lnTo>
                    <a:pt x="15" y="166"/>
                  </a:lnTo>
                  <a:cubicBezTo>
                    <a:pt x="14" y="169"/>
                    <a:pt x="11" y="170"/>
                    <a:pt x="9" y="17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4" name="Freeform 704">
              <a:extLst>
                <a:ext uri="{FF2B5EF4-FFF2-40B4-BE49-F238E27FC236}">
                  <a16:creationId xmlns:a16="http://schemas.microsoft.com/office/drawing/2014/main" id="{F818772A-5E5A-8DB2-7204-E4EF7A45D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5685" y="4996967"/>
              <a:ext cx="115974" cy="54437"/>
            </a:xfrm>
            <a:custGeom>
              <a:avLst/>
              <a:gdLst>
                <a:gd name="T0" fmla="*/ 77 w 86"/>
                <a:gd name="T1" fmla="*/ 39 h 39"/>
                <a:gd name="T2" fmla="*/ 75 w 86"/>
                <a:gd name="T3" fmla="*/ 39 h 39"/>
                <a:gd name="T4" fmla="*/ 6 w 86"/>
                <a:gd name="T5" fmla="*/ 15 h 39"/>
                <a:gd name="T6" fmla="*/ 1 w 86"/>
                <a:gd name="T7" fmla="*/ 6 h 39"/>
                <a:gd name="T8" fmla="*/ 10 w 86"/>
                <a:gd name="T9" fmla="*/ 1 h 39"/>
                <a:gd name="T10" fmla="*/ 80 w 86"/>
                <a:gd name="T11" fmla="*/ 25 h 39"/>
                <a:gd name="T12" fmla="*/ 84 w 86"/>
                <a:gd name="T13" fmla="*/ 34 h 39"/>
                <a:gd name="T14" fmla="*/ 77 w 86"/>
                <a:gd name="T1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39">
                  <a:moveTo>
                    <a:pt x="77" y="39"/>
                  </a:moveTo>
                  <a:cubicBezTo>
                    <a:pt x="77" y="39"/>
                    <a:pt x="76" y="39"/>
                    <a:pt x="75" y="39"/>
                  </a:cubicBezTo>
                  <a:lnTo>
                    <a:pt x="6" y="15"/>
                  </a:lnTo>
                  <a:cubicBezTo>
                    <a:pt x="2" y="13"/>
                    <a:pt x="0" y="9"/>
                    <a:pt x="1" y="6"/>
                  </a:cubicBezTo>
                  <a:cubicBezTo>
                    <a:pt x="2" y="2"/>
                    <a:pt x="7" y="0"/>
                    <a:pt x="10" y="1"/>
                  </a:cubicBezTo>
                  <a:lnTo>
                    <a:pt x="80" y="25"/>
                  </a:lnTo>
                  <a:cubicBezTo>
                    <a:pt x="84" y="26"/>
                    <a:pt x="86" y="30"/>
                    <a:pt x="84" y="34"/>
                  </a:cubicBezTo>
                  <a:cubicBezTo>
                    <a:pt x="83" y="37"/>
                    <a:pt x="80" y="39"/>
                    <a:pt x="77" y="3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25" name="Title 16">
            <a:extLst>
              <a:ext uri="{FF2B5EF4-FFF2-40B4-BE49-F238E27FC236}">
                <a16:creationId xmlns:a16="http://schemas.microsoft.com/office/drawing/2014/main" id="{9D0CDD99-AB00-5D1C-ACA6-DFEF21C1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10334" cy="1325563"/>
          </a:xfrm>
        </p:spPr>
        <p:txBody>
          <a:bodyPr/>
          <a:lstStyle/>
          <a:p>
            <a:r>
              <a:rPr lang="en-US" dirty="0"/>
              <a:t>A Consultant Perspective</a:t>
            </a:r>
          </a:p>
        </p:txBody>
      </p:sp>
      <p:sp>
        <p:nvSpPr>
          <p:cNvPr id="26" name="Title 16">
            <a:extLst>
              <a:ext uri="{FF2B5EF4-FFF2-40B4-BE49-F238E27FC236}">
                <a16:creationId xmlns:a16="http://schemas.microsoft.com/office/drawing/2014/main" id="{A9380FCD-33A3-C302-6E09-E89B32F169F1}"/>
              </a:ext>
            </a:extLst>
          </p:cNvPr>
          <p:cNvSpPr txBox="1">
            <a:spLocks/>
          </p:cNvSpPr>
          <p:nvPr/>
        </p:nvSpPr>
        <p:spPr>
          <a:xfrm>
            <a:off x="543464" y="5991557"/>
            <a:ext cx="11105070" cy="635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chemeClr val="accent1"/>
                </a:solidFill>
              </a:rPr>
              <a:t>Value Proposition </a:t>
            </a:r>
            <a:r>
              <a:rPr lang="en-US" sz="3000" dirty="0">
                <a:solidFill>
                  <a:schemeClr val="accent2"/>
                </a:solidFill>
              </a:rPr>
              <a:t>of a Community </a:t>
            </a:r>
            <a:r>
              <a:rPr lang="en-US" sz="3000" dirty="0">
                <a:solidFill>
                  <a:schemeClr val="accent3"/>
                </a:solidFill>
              </a:rPr>
              <a:t>of Practice </a:t>
            </a:r>
            <a:r>
              <a:rPr lang="en-US" sz="3000" dirty="0">
                <a:solidFill>
                  <a:schemeClr val="accent4"/>
                </a:solidFill>
              </a:rPr>
              <a:t>for Consultants</a:t>
            </a: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7A4555DD-5225-BC0A-D706-26BE1CF1B52E}"/>
              </a:ext>
            </a:extLst>
          </p:cNvPr>
          <p:cNvSpPr/>
          <p:nvPr/>
        </p:nvSpPr>
        <p:spPr>
          <a:xfrm>
            <a:off x="0" y="0"/>
            <a:ext cx="12192000" cy="4998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Sector Perspective</a:t>
            </a:r>
          </a:p>
        </p:txBody>
      </p:sp>
    </p:spTree>
    <p:extLst>
      <p:ext uri="{BB962C8B-B14F-4D97-AF65-F5344CB8AC3E}">
        <p14:creationId xmlns:p14="http://schemas.microsoft.com/office/powerpoint/2010/main" val="2294290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SWOT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8734" y="1951196"/>
            <a:ext cx="4240559" cy="1894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Community addresses a “real, widely-felt problem”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“Early champions”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“Adoption by influential users” or organizations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4954" y="1951196"/>
            <a:ext cx="283779" cy="189436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Strengths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8734" y="4160945"/>
            <a:ext cx="4240559" cy="1894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Build/grow your brand, exposure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Increase knowledge, professional growth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 efficiencies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Discover new data and methods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Access to support not covered by tech support,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4954" y="4160945"/>
            <a:ext cx="283779" cy="189436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Opportunities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3588" y="1951196"/>
            <a:ext cx="4240559" cy="18943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checks or balances in unmoderated self-government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Fairness and egalitarianism are not organic things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Open-source solutions thrive on a large, active “maintainer team,” but this practice community is (relatively) small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29808" y="1951196"/>
            <a:ext cx="283779" cy="1894363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Weaknesses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3587" y="4160945"/>
            <a:ext cx="4240559" cy="18943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Sharing = giving away the store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Volunteerism is not billable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Open-source solutions hinge on a “responsive, welcoming community”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Sustainable without funding (see TMIP as example)?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Would-be contributors overstretched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9808" y="4160945"/>
            <a:ext cx="283779" cy="189436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Threats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60243D3A-E128-5DB6-2379-601AED8C0547}"/>
              </a:ext>
            </a:extLst>
          </p:cNvPr>
          <p:cNvSpPr/>
          <p:nvPr/>
        </p:nvSpPr>
        <p:spPr>
          <a:xfrm>
            <a:off x="0" y="0"/>
            <a:ext cx="12192000" cy="4998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Sector Perspective</a:t>
            </a:r>
          </a:p>
        </p:txBody>
      </p:sp>
    </p:spTree>
    <p:extLst>
      <p:ext uri="{BB962C8B-B14F-4D97-AF65-F5344CB8AC3E}">
        <p14:creationId xmlns:p14="http://schemas.microsoft.com/office/powerpoint/2010/main" val="374651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Might a Useful Community Entail?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34734"/>
            <a:ext cx="5476875" cy="2355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7" rIns="720000" bIns="45707" rtlCol="0" anchor="t"/>
          <a:lstStyle/>
          <a:p>
            <a:pPr marL="630238" indent="-173038" defTabSz="914172">
              <a:lnSpc>
                <a:spcPct val="150000"/>
              </a:lnSpc>
            </a:pPr>
            <a:r>
              <a:rPr lang="en-US" sz="2000" b="1" dirty="0"/>
              <a:t>A “reddit-style” online forum</a:t>
            </a:r>
            <a:endParaRPr lang="en-US" sz="1400" b="1" dirty="0"/>
          </a:p>
          <a:p>
            <a:pPr marL="285750" indent="-285750" defTabSz="914172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685800" indent="-168275" defTabSz="914172">
              <a:buFont typeface="Arial" panose="020B0604020202020204" pitchFamily="34" charset="0"/>
              <a:buChar char="•"/>
            </a:pPr>
            <a:r>
              <a:rPr lang="en-US" sz="1600" dirty="0"/>
              <a:t>Exchange of ideas aimed at avoiding reinventing the wheel</a:t>
            </a:r>
          </a:p>
          <a:p>
            <a:pPr marL="685800" indent="-168275" defTabSz="914172">
              <a:buFont typeface="Arial" panose="020B0604020202020204" pitchFamily="34" charset="0"/>
              <a:buChar char="•"/>
            </a:pPr>
            <a:r>
              <a:rPr lang="en-US" sz="1600" dirty="0"/>
              <a:t>Share data sets useful for testing/proving developer or academic solutions</a:t>
            </a:r>
          </a:p>
          <a:p>
            <a:pPr marL="685800" indent="-168275" defTabSz="914172">
              <a:buFont typeface="Arial" panose="020B0604020202020204" pitchFamily="34" charset="0"/>
              <a:buChar char="•"/>
            </a:pPr>
            <a:r>
              <a:rPr lang="en-US" sz="1600" dirty="0"/>
              <a:t>Share academic publications relevant to topics raised in forum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6475" y="1734734"/>
            <a:ext cx="5476875" cy="23550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92000" tIns="45720" rIns="5486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defTabSz="914172">
              <a:lnSpc>
                <a:spcPct val="150000"/>
              </a:lnSpc>
            </a:pPr>
            <a:r>
              <a:rPr lang="en-US" sz="2000" b="1" dirty="0"/>
              <a:t>An Email Listserv</a:t>
            </a:r>
            <a:endParaRPr lang="en-US" sz="1400" b="1" dirty="0"/>
          </a:p>
          <a:p>
            <a:pPr marL="285750" indent="-285750" defTabSz="914172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168275" defTabSz="914172">
              <a:buFont typeface="Arial" panose="020B0604020202020204" pitchFamily="34" charset="0"/>
              <a:buChar char="•"/>
            </a:pPr>
            <a:r>
              <a:rPr lang="en-US" sz="1600" dirty="0"/>
              <a:t>TMIP Listserv a model that sees relatively frequent usage and robust exchange of ideas</a:t>
            </a:r>
          </a:p>
          <a:p>
            <a:pPr marL="285750" indent="-168275" defTabSz="914172">
              <a:buFont typeface="Arial" panose="020B0604020202020204" pitchFamily="34" charset="0"/>
              <a:buChar char="•"/>
            </a:pPr>
            <a:r>
              <a:rPr lang="en-US" sz="1600" dirty="0"/>
              <a:t>Direct-to-inbox alternative to forum for those that prefer to consume information this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288" y="4333156"/>
            <a:ext cx="10733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/>
              <a:t>An AI trained on this forum, listserv would be able to: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dirty="0"/>
              <a:t>Summarize community’s needs and thus service an FHWA objective (community feedback)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dirty="0"/>
              <a:t>Identify to vendors what kinds of problems the public and academics are trying to solve with their tools and what software features may best serve those needs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dirty="0"/>
              <a:t>Identify to academics and TRB committees research needs and other fodder for research needs statements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167E128F-6602-24A6-66CE-855AD4DDCA2A}"/>
              </a:ext>
            </a:extLst>
          </p:cNvPr>
          <p:cNvSpPr/>
          <p:nvPr/>
        </p:nvSpPr>
        <p:spPr>
          <a:xfrm>
            <a:off x="0" y="0"/>
            <a:ext cx="12192000" cy="4998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Sector Perspective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5925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ID_TEMPLATES" val="Before_af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416</Words>
  <Application>Microsoft Office PowerPoint</Application>
  <PresentationFormat>Widescreen</PresentationFormat>
  <Paragraphs>65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Lato</vt:lpstr>
      <vt:lpstr>Office Theme</vt:lpstr>
      <vt:lpstr>A Vendor/Developer Perspective</vt:lpstr>
      <vt:lpstr>A Consultant Perspective</vt:lpstr>
      <vt:lpstr>SWOT Analysis</vt:lpstr>
      <vt:lpstr>What Might a Useful Community Entail?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Morgan</dc:creator>
  <cp:lastModifiedBy>Thompson, Kathy</cp:lastModifiedBy>
  <cp:revision>6</cp:revision>
  <dcterms:created xsi:type="dcterms:W3CDTF">2025-12-02T17:09:39Z</dcterms:created>
  <dcterms:modified xsi:type="dcterms:W3CDTF">2026-01-08T16:49:19Z</dcterms:modified>
</cp:coreProperties>
</file>